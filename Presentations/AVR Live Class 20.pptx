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3"/>
  </p:notesMasterIdLst>
  <p:sldIdLst>
    <p:sldId id="256" r:id="rId2"/>
    <p:sldId id="310" r:id="rId3"/>
    <p:sldId id="311" r:id="rId4"/>
    <p:sldId id="287" r:id="rId5"/>
    <p:sldId id="312" r:id="rId6"/>
    <p:sldId id="306" r:id="rId7"/>
    <p:sldId id="307" r:id="rId8"/>
    <p:sldId id="308" r:id="rId9"/>
    <p:sldId id="309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8" r:id="rId25"/>
    <p:sldId id="329" r:id="rId26"/>
    <p:sldId id="330" r:id="rId27"/>
    <p:sldId id="331" r:id="rId28"/>
    <p:sldId id="334" r:id="rId29"/>
    <p:sldId id="332" r:id="rId30"/>
    <p:sldId id="333" r:id="rId31"/>
    <p:sldId id="264" r:id="rId32"/>
  </p:sldIdLst>
  <p:sldSz cx="9144000" cy="5143500" type="screen16x9"/>
  <p:notesSz cx="6858000" cy="9144000"/>
  <p:embeddedFontLst>
    <p:embeddedFont>
      <p:font typeface="Anek Malayalam" panose="020B0604020202020204" charset="0"/>
      <p:regular r:id="rId34"/>
      <p:bold r:id="rId35"/>
    </p:embeddedFont>
    <p:embeddedFont>
      <p:font typeface="Anek Malayalam SemiBold" panose="020B0604020202020204" charset="0"/>
      <p:regular r:id="rId36"/>
      <p:bold r:id="rId37"/>
    </p:embeddedFont>
    <p:embeddedFont>
      <p:font typeface="Helvetica Neue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1-10T16:21:40.653" v="7745" actId="1076"/>
      <pc:docMkLst>
        <pc:docMk/>
      </pc:docMkLst>
      <pc:sldChg chg="modSp mod">
        <pc:chgData name="Sreejith Rajan" userId="ec11bca0e4bee75f" providerId="LiveId" clId="{7B4F392D-EAB3-4CE7-903E-F84869825F47}" dt="2025-10-29T11:24:58.742" v="5337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29T11:24:58.742" v="5337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mod">
        <pc:chgData name="Sreejith Rajan" userId="ec11bca0e4bee75f" providerId="LiveId" clId="{7B4F392D-EAB3-4CE7-903E-F84869825F47}" dt="2025-10-29T11:33:27.352" v="5445" actId="1076"/>
        <pc:sldMkLst>
          <pc:docMk/>
          <pc:sldMk cId="3959199433" sldId="287"/>
        </pc:sldMkLst>
        <pc:spChg chg="mod">
          <ac:chgData name="Sreejith Rajan" userId="ec11bca0e4bee75f" providerId="LiveId" clId="{7B4F392D-EAB3-4CE7-903E-F84869825F47}" dt="2025-10-29T11:32:18.121" v="5436" actId="27636"/>
          <ac:spMkLst>
            <pc:docMk/>
            <pc:sldMk cId="3959199433" sldId="287"/>
            <ac:spMk id="54" creationId="{C4CE2FAD-1A13-21FB-4CDB-D7E0702E4157}"/>
          </ac:spMkLst>
        </pc:spChg>
        <pc:graphicFrameChg chg="add mod modGraphic">
          <ac:chgData name="Sreejith Rajan" userId="ec11bca0e4bee75f" providerId="LiveId" clId="{7B4F392D-EAB3-4CE7-903E-F84869825F47}" dt="2025-10-29T11:31:59.045" v="5402" actId="1076"/>
          <ac:graphicFrameMkLst>
            <pc:docMk/>
            <pc:sldMk cId="3959199433" sldId="287"/>
            <ac:graphicFrameMk id="4" creationId="{F8D84034-717D-246D-A3B2-286DA116FA06}"/>
          </ac:graphicFrameMkLst>
        </pc:graphicFrameChg>
        <pc:picChg chg="add mod modCrop">
          <ac:chgData name="Sreejith Rajan" userId="ec11bca0e4bee75f" providerId="LiveId" clId="{7B4F392D-EAB3-4CE7-903E-F84869825F47}" dt="2025-10-29T11:33:27.352" v="5445" actId="1076"/>
          <ac:picMkLst>
            <pc:docMk/>
            <pc:sldMk cId="3959199433" sldId="287"/>
            <ac:picMk id="6" creationId="{74291BEC-C4B2-F2AF-1876-D70643036DC2}"/>
          </ac:picMkLst>
        </pc:picChg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mod">
        <pc:chgData name="Sreejith Rajan" userId="ec11bca0e4bee75f" providerId="LiveId" clId="{7B4F392D-EAB3-4CE7-903E-F84869825F47}" dt="2025-10-29T12:52:02.560" v="5506" actId="207"/>
        <pc:sldMkLst>
          <pc:docMk/>
          <pc:sldMk cId="4264035287" sldId="306"/>
        </pc:sldMkLst>
        <pc:spChg chg="mod">
          <ac:chgData name="Sreejith Rajan" userId="ec11bca0e4bee75f" providerId="LiveId" clId="{7B4F392D-EAB3-4CE7-903E-F84869825F47}" dt="2025-10-17T11:43:26.543" v="4984" actId="20577"/>
          <ac:spMkLst>
            <pc:docMk/>
            <pc:sldMk cId="4264035287" sldId="306"/>
            <ac:spMk id="54" creationId="{02F49DB7-EDC5-358E-8CD6-35569CA25EE9}"/>
          </ac:spMkLst>
        </pc:spChg>
        <pc:graphicFrameChg chg="add mod modGraphic">
          <ac:chgData name="Sreejith Rajan" userId="ec11bca0e4bee75f" providerId="LiveId" clId="{7B4F392D-EAB3-4CE7-903E-F84869825F47}" dt="2025-10-29T12:52:02.560" v="5506" actId="207"/>
          <ac:graphicFrameMkLst>
            <pc:docMk/>
            <pc:sldMk cId="4264035287" sldId="306"/>
            <ac:graphicFrameMk id="3" creationId="{CB8F4F98-CF2C-1F34-2B9F-D78C3F0EC7FF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4:46.454" v="5520" actId="122"/>
        <pc:sldMkLst>
          <pc:docMk/>
          <pc:sldMk cId="3122419039" sldId="307"/>
        </pc:sldMkLst>
        <pc:spChg chg="mod">
          <ac:chgData name="Sreejith Rajan" userId="ec11bca0e4bee75f" providerId="LiveId" clId="{7B4F392D-EAB3-4CE7-903E-F84869825F47}" dt="2025-10-29T12:54:23.913" v="5514"/>
          <ac:spMkLst>
            <pc:docMk/>
            <pc:sldMk cId="3122419039" sldId="307"/>
            <ac:spMk id="54" creationId="{F3AF189E-4033-9158-F5CD-9B7898D9D790}"/>
          </ac:spMkLst>
        </pc:spChg>
        <pc:graphicFrameChg chg="add mod modGraphic">
          <ac:chgData name="Sreejith Rajan" userId="ec11bca0e4bee75f" providerId="LiveId" clId="{7B4F392D-EAB3-4CE7-903E-F84869825F47}" dt="2025-10-29T12:54:46.454" v="5520" actId="122"/>
          <ac:graphicFrameMkLst>
            <pc:docMk/>
            <pc:sldMk cId="3122419039" sldId="307"/>
            <ac:graphicFrameMk id="2" creationId="{4640CCDE-E0FA-F326-9D5F-92A6634834A7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2:57:30.974" v="5554"/>
        <pc:sldMkLst>
          <pc:docMk/>
          <pc:sldMk cId="4003320701" sldId="308"/>
        </pc:sldMkLst>
        <pc:spChg chg="mod">
          <ac:chgData name="Sreejith Rajan" userId="ec11bca0e4bee75f" providerId="LiveId" clId="{7B4F392D-EAB3-4CE7-903E-F84869825F47}" dt="2025-10-29T12:56:48.825" v="5545" actId="20577"/>
          <ac:spMkLst>
            <pc:docMk/>
            <pc:sldMk cId="4003320701" sldId="308"/>
            <ac:spMk id="54" creationId="{8061634A-979C-C166-97DF-06E0A8DA822E}"/>
          </ac:spMkLst>
        </pc:spChg>
        <pc:graphicFrameChg chg="add mod modGraphic">
          <ac:chgData name="Sreejith Rajan" userId="ec11bca0e4bee75f" providerId="LiveId" clId="{7B4F392D-EAB3-4CE7-903E-F84869825F47}" dt="2025-10-29T12:57:30.974" v="5554"/>
          <ac:graphicFrameMkLst>
            <pc:docMk/>
            <pc:sldMk cId="4003320701" sldId="308"/>
            <ac:graphicFrameMk id="3" creationId="{5EAB05EB-B720-C6CF-91F6-94EC5ECBF926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00:19.146" v="5566" actId="14734"/>
        <pc:sldMkLst>
          <pc:docMk/>
          <pc:sldMk cId="2237710589" sldId="309"/>
        </pc:sldMkLst>
        <pc:spChg chg="mod">
          <ac:chgData name="Sreejith Rajan" userId="ec11bca0e4bee75f" providerId="LiveId" clId="{7B4F392D-EAB3-4CE7-903E-F84869825F47}" dt="2025-10-29T13:00:00.362" v="5562"/>
          <ac:spMkLst>
            <pc:docMk/>
            <pc:sldMk cId="2237710589" sldId="309"/>
            <ac:spMk id="54" creationId="{97A3ECAF-E25E-6F1B-D904-C1BDEC6254CD}"/>
          </ac:spMkLst>
        </pc:spChg>
        <pc:graphicFrameChg chg="add mod modGraphic">
          <ac:chgData name="Sreejith Rajan" userId="ec11bca0e4bee75f" providerId="LiveId" clId="{7B4F392D-EAB3-4CE7-903E-F84869825F47}" dt="2025-10-29T13:00:19.146" v="5566" actId="14734"/>
          <ac:graphicFrameMkLst>
            <pc:docMk/>
            <pc:sldMk cId="2237710589" sldId="309"/>
            <ac:graphicFrameMk id="3" creationId="{9E9154A8-BB8D-2F64-73DF-458192CDFB37}"/>
          </ac:graphicFrameMkLst>
        </pc:graphicFrameChg>
      </pc:sldChg>
      <pc:sldChg chg="addSp delSp modSp add mod ord">
        <pc:chgData name="Sreejith Rajan" userId="ec11bca0e4bee75f" providerId="LiveId" clId="{7B4F392D-EAB3-4CE7-903E-F84869825F47}" dt="2025-10-29T11:26:28.095" v="5344" actId="20577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29T11:26:28.095" v="5344" actId="20577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29T11:25:19.282" v="5340" actId="20577"/>
          <ac:spMkLst>
            <pc:docMk/>
            <pc:sldMk cId="1438249901" sldId="310"/>
            <ac:spMk id="3" creationId="{81FBEAC1-5C44-3BF3-C4C6-F8BD52CC6144}"/>
          </ac:spMkLst>
        </pc:sp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mod">
        <pc:chgData name="Sreejith Rajan" userId="ec11bca0e4bee75f" providerId="LiveId" clId="{7B4F392D-EAB3-4CE7-903E-F84869825F47}" dt="2025-10-29T14:12:23.990" v="5956" actId="5793"/>
        <pc:sldMkLst>
          <pc:docMk/>
          <pc:sldMk cId="3603331044" sldId="311"/>
        </pc:sldMkLst>
        <pc:spChg chg="mod">
          <ac:chgData name="Sreejith Rajan" userId="ec11bca0e4bee75f" providerId="LiveId" clId="{7B4F392D-EAB3-4CE7-903E-F84869825F47}" dt="2025-10-29T14:12:23.990" v="5956" actId="5793"/>
          <ac:spMkLst>
            <pc:docMk/>
            <pc:sldMk cId="3603331044" sldId="311"/>
            <ac:spMk id="2" creationId="{C406FC51-F050-974A-1895-D0268A085F41}"/>
          </ac:spMkLst>
        </pc:spChg>
        <pc:spChg chg="mod">
          <ac:chgData name="Sreejith Rajan" userId="ec11bca0e4bee75f" providerId="LiveId" clId="{7B4F392D-EAB3-4CE7-903E-F84869825F47}" dt="2025-10-29T11:27:55.559" v="5384" actId="20577"/>
          <ac:spMkLst>
            <pc:docMk/>
            <pc:sldMk cId="3603331044" sldId="311"/>
            <ac:spMk id="3" creationId="{217410D7-D160-3664-1380-6B61F71790CB}"/>
          </ac:spMkLst>
        </pc:spChg>
      </pc:sldChg>
      <pc:sldChg chg="addSp delSp modSp add mod">
        <pc:chgData name="Sreejith Rajan" userId="ec11bca0e4bee75f" providerId="LiveId" clId="{7B4F392D-EAB3-4CE7-903E-F84869825F47}" dt="2025-10-29T11:37:05.767" v="5500" actId="1076"/>
        <pc:sldMkLst>
          <pc:docMk/>
          <pc:sldMk cId="2526330093" sldId="312"/>
        </pc:sldMkLst>
        <pc:spChg chg="mod">
          <ac:chgData name="Sreejith Rajan" userId="ec11bca0e4bee75f" providerId="LiveId" clId="{7B4F392D-EAB3-4CE7-903E-F84869825F47}" dt="2025-10-29T11:34:36.041" v="5471" actId="20577"/>
          <ac:spMkLst>
            <pc:docMk/>
            <pc:sldMk cId="2526330093" sldId="312"/>
            <ac:spMk id="54" creationId="{5CB4A251-485A-CFE0-530F-79D171A885F0}"/>
          </ac:spMkLst>
        </pc:spChg>
        <pc:graphicFrameChg chg="add mod modGraphic">
          <ac:chgData name="Sreejith Rajan" userId="ec11bca0e4bee75f" providerId="LiveId" clId="{7B4F392D-EAB3-4CE7-903E-F84869825F47}" dt="2025-10-29T11:36:50.277" v="5497" actId="14734"/>
          <ac:graphicFrameMkLst>
            <pc:docMk/>
            <pc:sldMk cId="2526330093" sldId="312"/>
            <ac:graphicFrameMk id="4" creationId="{30CC5DA7-EF6F-3A79-9FE9-98D9C7B09206}"/>
          </ac:graphicFrameMkLst>
        </pc:graphicFrameChg>
        <pc:picChg chg="add mod">
          <ac:chgData name="Sreejith Rajan" userId="ec11bca0e4bee75f" providerId="LiveId" clId="{7B4F392D-EAB3-4CE7-903E-F84869825F47}" dt="2025-10-29T11:37:05.767" v="5500" actId="1076"/>
          <ac:picMkLst>
            <pc:docMk/>
            <pc:sldMk cId="2526330093" sldId="312"/>
            <ac:picMk id="6" creationId="{3064A958-6FD4-44B3-F920-42A94B51C903}"/>
          </ac:picMkLst>
        </pc:picChg>
      </pc:sldChg>
      <pc:sldChg chg="addSp delSp modSp new mod">
        <pc:chgData name="Sreejith Rajan" userId="ec11bca0e4bee75f" providerId="LiveId" clId="{7B4F392D-EAB3-4CE7-903E-F84869825F47}" dt="2025-10-29T13:07:54.265" v="5687" actId="14734"/>
        <pc:sldMkLst>
          <pc:docMk/>
          <pc:sldMk cId="2855112447" sldId="313"/>
        </pc:sldMkLst>
        <pc:spChg chg="mod">
          <ac:chgData name="Sreejith Rajan" userId="ec11bca0e4bee75f" providerId="LiveId" clId="{7B4F392D-EAB3-4CE7-903E-F84869825F47}" dt="2025-10-29T13:07:48.024" v="5686" actId="20577"/>
          <ac:spMkLst>
            <pc:docMk/>
            <pc:sldMk cId="2855112447" sldId="313"/>
            <ac:spMk id="3" creationId="{8FEA6191-CF3F-E334-EAE0-F39E153FF31A}"/>
          </ac:spMkLst>
        </pc:spChg>
        <pc:graphicFrameChg chg="add mod modGraphic">
          <ac:chgData name="Sreejith Rajan" userId="ec11bca0e4bee75f" providerId="LiveId" clId="{7B4F392D-EAB3-4CE7-903E-F84869825F47}" dt="2025-10-29T13:07:54.265" v="5687" actId="14734"/>
          <ac:graphicFrameMkLst>
            <pc:docMk/>
            <pc:sldMk cId="2855112447" sldId="313"/>
            <ac:graphicFrameMk id="2" creationId="{63394CF8-F1D5-39BD-AC9E-1D3DFC783DAB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0:05.385" v="5750" actId="1076"/>
        <pc:sldMkLst>
          <pc:docMk/>
          <pc:sldMk cId="482960161" sldId="314"/>
        </pc:sldMkLst>
        <pc:spChg chg="add mod">
          <ac:chgData name="Sreejith Rajan" userId="ec11bca0e4bee75f" providerId="LiveId" clId="{7B4F392D-EAB3-4CE7-903E-F84869825F47}" dt="2025-10-29T13:10:05.385" v="5750" actId="1076"/>
          <ac:spMkLst>
            <pc:docMk/>
            <pc:sldMk cId="482960161" sldId="314"/>
            <ac:spMk id="2" creationId="{9825318B-F3A1-989D-E47B-AD540653FA16}"/>
          </ac:spMkLst>
        </pc:spChg>
        <pc:spChg chg="mod">
          <ac:chgData name="Sreejith Rajan" userId="ec11bca0e4bee75f" providerId="LiveId" clId="{7B4F392D-EAB3-4CE7-903E-F84869825F47}" dt="2025-10-29T13:08:57.722" v="5717" actId="20577"/>
          <ac:spMkLst>
            <pc:docMk/>
            <pc:sldMk cId="482960161" sldId="314"/>
            <ac:spMk id="3" creationId="{A4C0EC8C-FFFA-39B0-4E3A-CE5945EE46C6}"/>
          </ac:spMkLst>
        </pc:spChg>
      </pc:sldChg>
      <pc:sldChg chg="addSp delSp modSp add del mod">
        <pc:chgData name="Sreejith Rajan" userId="ec11bca0e4bee75f" providerId="LiveId" clId="{7B4F392D-EAB3-4CE7-903E-F84869825F47}" dt="2025-10-17T12:06:56.243" v="5160" actId="47"/>
        <pc:sldMkLst>
          <pc:docMk/>
          <pc:sldMk cId="2989276729" sldId="314"/>
        </pc:sldMkLst>
      </pc:sldChg>
      <pc:sldChg chg="addSp delSp modSp add mod ord">
        <pc:chgData name="Sreejith Rajan" userId="ec11bca0e4bee75f" providerId="LiveId" clId="{7B4F392D-EAB3-4CE7-903E-F84869825F47}" dt="2025-10-29T13:13:01.085" v="5823" actId="1076"/>
        <pc:sldMkLst>
          <pc:docMk/>
          <pc:sldMk cId="3576069684" sldId="315"/>
        </pc:sldMkLst>
        <pc:spChg chg="mod">
          <ac:chgData name="Sreejith Rajan" userId="ec11bca0e4bee75f" providerId="LiveId" clId="{7B4F392D-EAB3-4CE7-903E-F84869825F47}" dt="2025-10-29T13:11:22.167" v="5813" actId="20577"/>
          <ac:spMkLst>
            <pc:docMk/>
            <pc:sldMk cId="3576069684" sldId="315"/>
            <ac:spMk id="3" creationId="{C04A43E1-D743-7709-ACBE-CF335F952A2E}"/>
          </ac:spMkLst>
        </pc:spChg>
        <pc:graphicFrameChg chg="add mod modGraphic">
          <ac:chgData name="Sreejith Rajan" userId="ec11bca0e4bee75f" providerId="LiveId" clId="{7B4F392D-EAB3-4CE7-903E-F84869825F47}" dt="2025-10-29T13:13:01.085" v="5823" actId="1076"/>
          <ac:graphicFrameMkLst>
            <pc:docMk/>
            <pc:sldMk cId="3576069684" sldId="315"/>
            <ac:graphicFrameMk id="4" creationId="{DB9C588B-5DAE-2205-0138-400F0305B283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29T13:14:55.083" v="5842" actId="1076"/>
        <pc:sldMkLst>
          <pc:docMk/>
          <pc:sldMk cId="886336731" sldId="316"/>
        </pc:sldMkLst>
        <pc:spChg chg="mod">
          <ac:chgData name="Sreejith Rajan" userId="ec11bca0e4bee75f" providerId="LiveId" clId="{7B4F392D-EAB3-4CE7-903E-F84869825F47}" dt="2025-10-29T13:14:08.617" v="5835" actId="20577"/>
          <ac:spMkLst>
            <pc:docMk/>
            <pc:sldMk cId="886336731" sldId="316"/>
            <ac:spMk id="3" creationId="{301C0D8B-821E-AF6B-FC89-97C09164208D}"/>
          </ac:spMkLst>
        </pc:spChg>
        <pc:spChg chg="add mod">
          <ac:chgData name="Sreejith Rajan" userId="ec11bca0e4bee75f" providerId="LiveId" clId="{7B4F392D-EAB3-4CE7-903E-F84869825F47}" dt="2025-10-29T13:14:55.083" v="5842" actId="1076"/>
          <ac:spMkLst>
            <pc:docMk/>
            <pc:sldMk cId="886336731" sldId="316"/>
            <ac:spMk id="5" creationId="{18B0536E-E158-B18E-4958-2AB36CB4F49F}"/>
          </ac:spMkLst>
        </pc:spChg>
      </pc:sldChg>
      <pc:sldChg chg="modSp add mod">
        <pc:chgData name="Sreejith Rajan" userId="ec11bca0e4bee75f" providerId="LiveId" clId="{7B4F392D-EAB3-4CE7-903E-F84869825F47}" dt="2025-10-29T13:19:08.206" v="5920" actId="20577"/>
        <pc:sldMkLst>
          <pc:docMk/>
          <pc:sldMk cId="3255718006" sldId="317"/>
        </pc:sldMkLst>
        <pc:spChg chg="mod">
          <ac:chgData name="Sreejith Rajan" userId="ec11bca0e4bee75f" providerId="LiveId" clId="{7B4F392D-EAB3-4CE7-903E-F84869825F47}" dt="2025-10-29T13:16:52.557" v="5885"/>
          <ac:spMkLst>
            <pc:docMk/>
            <pc:sldMk cId="3255718006" sldId="317"/>
            <ac:spMk id="3" creationId="{FEA40EBE-ADB7-87C4-E9C1-F109421C48D2}"/>
          </ac:spMkLst>
        </pc:spChg>
        <pc:spChg chg="mod">
          <ac:chgData name="Sreejith Rajan" userId="ec11bca0e4bee75f" providerId="LiveId" clId="{7B4F392D-EAB3-4CE7-903E-F84869825F47}" dt="2025-10-29T13:19:08.206" v="5920" actId="20577"/>
          <ac:spMkLst>
            <pc:docMk/>
            <pc:sldMk cId="3255718006" sldId="317"/>
            <ac:spMk id="5" creationId="{3AC96EA8-E91A-4FEE-1504-AD26F6E47D41}"/>
          </ac:spMkLst>
        </pc:spChg>
      </pc:sldChg>
      <pc:sldChg chg="modSp add mod">
        <pc:chgData name="Sreejith Rajan" userId="ec11bca0e4bee75f" providerId="LiveId" clId="{7B4F392D-EAB3-4CE7-903E-F84869825F47}" dt="2025-10-29T13:21:24.123" v="5955" actId="20577"/>
        <pc:sldMkLst>
          <pc:docMk/>
          <pc:sldMk cId="3447332204" sldId="318"/>
        </pc:sldMkLst>
        <pc:spChg chg="mod">
          <ac:chgData name="Sreejith Rajan" userId="ec11bca0e4bee75f" providerId="LiveId" clId="{7B4F392D-EAB3-4CE7-903E-F84869825F47}" dt="2025-10-29T13:20:03.754" v="5928" actId="20577"/>
          <ac:spMkLst>
            <pc:docMk/>
            <pc:sldMk cId="3447332204" sldId="318"/>
            <ac:spMk id="3" creationId="{B0C7D002-51AD-EE22-8109-426C9F048F7B}"/>
          </ac:spMkLst>
        </pc:spChg>
        <pc:spChg chg="mod">
          <ac:chgData name="Sreejith Rajan" userId="ec11bca0e4bee75f" providerId="LiveId" clId="{7B4F392D-EAB3-4CE7-903E-F84869825F47}" dt="2025-10-29T13:21:24.123" v="5955" actId="20577"/>
          <ac:spMkLst>
            <pc:docMk/>
            <pc:sldMk cId="3447332204" sldId="318"/>
            <ac:spMk id="5" creationId="{04E8FACD-62A8-FE1D-F3A6-7AA8850701DB}"/>
          </ac:spMkLst>
        </pc:spChg>
      </pc:sldChg>
      <pc:sldChg chg="addSp delSp modSp add mod ord">
        <pc:chgData name="Sreejith Rajan" userId="ec11bca0e4bee75f" providerId="LiveId" clId="{7B4F392D-EAB3-4CE7-903E-F84869825F47}" dt="2025-10-31T09:44:34.897" v="5988" actId="478"/>
        <pc:sldMkLst>
          <pc:docMk/>
          <pc:sldMk cId="2668220768" sldId="319"/>
        </pc:sldMkLst>
        <pc:spChg chg="mod">
          <ac:chgData name="Sreejith Rajan" userId="ec11bca0e4bee75f" providerId="LiveId" clId="{7B4F392D-EAB3-4CE7-903E-F84869825F47}" dt="2025-10-31T09:35:41.095" v="5981" actId="20577"/>
          <ac:spMkLst>
            <pc:docMk/>
            <pc:sldMk cId="2668220768" sldId="319"/>
            <ac:spMk id="3" creationId="{607EE491-D81C-9171-CD32-C833874CAB86}"/>
          </ac:spMkLst>
        </pc:spChg>
        <pc:picChg chg="add mod">
          <ac:chgData name="Sreejith Rajan" userId="ec11bca0e4bee75f" providerId="LiveId" clId="{7B4F392D-EAB3-4CE7-903E-F84869825F47}" dt="2025-10-31T09:36:23.453" v="5984" actId="1076"/>
          <ac:picMkLst>
            <pc:docMk/>
            <pc:sldMk cId="2668220768" sldId="319"/>
            <ac:picMk id="5" creationId="{6102EC90-A0D5-1C34-AC3D-A91E28E7FA81}"/>
          </ac:picMkLst>
        </pc:picChg>
      </pc:sldChg>
      <pc:sldChg chg="delSp modSp add mod">
        <pc:chgData name="Sreejith Rajan" userId="ec11bca0e4bee75f" providerId="LiveId" clId="{7B4F392D-EAB3-4CE7-903E-F84869825F47}" dt="2025-10-31T14:10:04.918" v="6620" actId="1076"/>
        <pc:sldMkLst>
          <pc:docMk/>
          <pc:sldMk cId="1258115468" sldId="320"/>
        </pc:sldMkLst>
        <pc:spChg chg="mod">
          <ac:chgData name="Sreejith Rajan" userId="ec11bca0e4bee75f" providerId="LiveId" clId="{7B4F392D-EAB3-4CE7-903E-F84869825F47}" dt="2025-10-31T14:10:04.918" v="6620" actId="1076"/>
          <ac:spMkLst>
            <pc:docMk/>
            <pc:sldMk cId="1258115468" sldId="320"/>
            <ac:spMk id="2" creationId="{2A4EAD6F-9479-35A0-3534-9B4CA4A0AB0D}"/>
          </ac:spMkLst>
        </pc:spChg>
        <pc:spChg chg="mod">
          <ac:chgData name="Sreejith Rajan" userId="ec11bca0e4bee75f" providerId="LiveId" clId="{7B4F392D-EAB3-4CE7-903E-F84869825F47}" dt="2025-10-31T09:45:49.017" v="6045" actId="20577"/>
          <ac:spMkLst>
            <pc:docMk/>
            <pc:sldMk cId="1258115468" sldId="320"/>
            <ac:spMk id="3" creationId="{88CB26F8-A959-36D9-29D2-0DD7E548E8E2}"/>
          </ac:spMkLst>
        </pc:spChg>
      </pc:sldChg>
      <pc:sldChg chg="modSp add mod">
        <pc:chgData name="Sreejith Rajan" userId="ec11bca0e4bee75f" providerId="LiveId" clId="{7B4F392D-EAB3-4CE7-903E-F84869825F47}" dt="2025-10-31T09:53:33.583" v="6379" actId="20577"/>
        <pc:sldMkLst>
          <pc:docMk/>
          <pc:sldMk cId="1018861940" sldId="321"/>
        </pc:sldMkLst>
        <pc:spChg chg="mod">
          <ac:chgData name="Sreejith Rajan" userId="ec11bca0e4bee75f" providerId="LiveId" clId="{7B4F392D-EAB3-4CE7-903E-F84869825F47}" dt="2025-10-31T09:53:33.583" v="6379" actId="20577"/>
          <ac:spMkLst>
            <pc:docMk/>
            <pc:sldMk cId="1018861940" sldId="321"/>
            <ac:spMk id="2" creationId="{31221C5F-D600-89F6-9D6B-9A610F82CF87}"/>
          </ac:spMkLst>
        </pc:spChg>
        <pc:spChg chg="mod">
          <ac:chgData name="Sreejith Rajan" userId="ec11bca0e4bee75f" providerId="LiveId" clId="{7B4F392D-EAB3-4CE7-903E-F84869825F47}" dt="2025-10-31T09:49:17.098" v="6369" actId="20577"/>
          <ac:spMkLst>
            <pc:docMk/>
            <pc:sldMk cId="1018861940" sldId="321"/>
            <ac:spMk id="3" creationId="{9FBE4190-E2CF-C6A7-9C5C-32B53D53AB29}"/>
          </ac:spMkLst>
        </pc:spChg>
      </pc:sldChg>
      <pc:sldChg chg="addSp delSp modSp add mod">
        <pc:chgData name="Sreejith Rajan" userId="ec11bca0e4bee75f" providerId="LiveId" clId="{7B4F392D-EAB3-4CE7-903E-F84869825F47}" dt="2025-10-31T10:02:42.785" v="6409" actId="122"/>
        <pc:sldMkLst>
          <pc:docMk/>
          <pc:sldMk cId="1873831014" sldId="322"/>
        </pc:sldMkLst>
        <pc:spChg chg="mod">
          <ac:chgData name="Sreejith Rajan" userId="ec11bca0e4bee75f" providerId="LiveId" clId="{7B4F392D-EAB3-4CE7-903E-F84869825F47}" dt="2025-10-31T10:02:01.364" v="6404" actId="20577"/>
          <ac:spMkLst>
            <pc:docMk/>
            <pc:sldMk cId="1873831014" sldId="322"/>
            <ac:spMk id="3" creationId="{7046D34C-307B-52B0-F4BC-565BB7AE1AFB}"/>
          </ac:spMkLst>
        </pc:spChg>
        <pc:graphicFrameChg chg="add mod modGraphic">
          <ac:chgData name="Sreejith Rajan" userId="ec11bca0e4bee75f" providerId="LiveId" clId="{7B4F392D-EAB3-4CE7-903E-F84869825F47}" dt="2025-10-31T10:02:42.785" v="6409" actId="122"/>
          <ac:graphicFrameMkLst>
            <pc:docMk/>
            <pc:sldMk cId="1873831014" sldId="322"/>
            <ac:graphicFrameMk id="4" creationId="{4492B78A-4429-1DB0-CED6-2945EC465D70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0:17:03.305" v="6432" actId="20577"/>
        <pc:sldMkLst>
          <pc:docMk/>
          <pc:sldMk cId="523871687" sldId="323"/>
        </pc:sldMkLst>
        <pc:spChg chg="mod">
          <ac:chgData name="Sreejith Rajan" userId="ec11bca0e4bee75f" providerId="LiveId" clId="{7B4F392D-EAB3-4CE7-903E-F84869825F47}" dt="2025-10-31T10:17:03.305" v="6432" actId="20577"/>
          <ac:spMkLst>
            <pc:docMk/>
            <pc:sldMk cId="523871687" sldId="323"/>
            <ac:spMk id="3" creationId="{73B57D7C-5F95-3FD3-64E6-254A4A155106}"/>
          </ac:spMkLst>
        </pc:spChg>
        <pc:graphicFrameChg chg="add mod modGraphic">
          <ac:chgData name="Sreejith Rajan" userId="ec11bca0e4bee75f" providerId="LiveId" clId="{7B4F392D-EAB3-4CE7-903E-F84869825F47}" dt="2025-10-31T10:16:46.698" v="6418" actId="14100"/>
          <ac:graphicFrameMkLst>
            <pc:docMk/>
            <pc:sldMk cId="523871687" sldId="323"/>
            <ac:graphicFrameMk id="2" creationId="{5EB4DDC4-27CC-5864-1756-85D992C628AC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11:04.965" v="6622" actId="207"/>
        <pc:sldMkLst>
          <pc:docMk/>
          <pc:sldMk cId="2157344357" sldId="324"/>
        </pc:sldMkLst>
        <pc:spChg chg="mod">
          <ac:chgData name="Sreejith Rajan" userId="ec11bca0e4bee75f" providerId="LiveId" clId="{7B4F392D-EAB3-4CE7-903E-F84869825F47}" dt="2025-10-31T13:49:11.384" v="6476" actId="20577"/>
          <ac:spMkLst>
            <pc:docMk/>
            <pc:sldMk cId="2157344357" sldId="324"/>
            <ac:spMk id="3" creationId="{0AF48456-DE3E-0110-6EFD-70D6CCA83DF6}"/>
          </ac:spMkLst>
        </pc:spChg>
        <pc:spChg chg="add mod">
          <ac:chgData name="Sreejith Rajan" userId="ec11bca0e4bee75f" providerId="LiveId" clId="{7B4F392D-EAB3-4CE7-903E-F84869825F47}" dt="2025-10-31T14:11:04.965" v="6622" actId="207"/>
          <ac:spMkLst>
            <pc:docMk/>
            <pc:sldMk cId="2157344357" sldId="324"/>
            <ac:spMk id="6" creationId="{33E43800-62A6-8377-5538-A2B41CB4ED35}"/>
          </ac:spMkLst>
        </pc:spChg>
        <pc:graphicFrameChg chg="add mod modGraphic">
          <ac:chgData name="Sreejith Rajan" userId="ec11bca0e4bee75f" providerId="LiveId" clId="{7B4F392D-EAB3-4CE7-903E-F84869825F47}" dt="2025-10-31T13:57:19.146" v="6500" actId="207"/>
          <ac:graphicFrameMkLst>
            <pc:docMk/>
            <pc:sldMk cId="2157344357" sldId="324"/>
            <ac:graphicFrameMk id="4" creationId="{A063DFFA-C181-67BA-C57E-08B1A8D65581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5:23:07.593" v="6654" actId="14100"/>
        <pc:sldMkLst>
          <pc:docMk/>
          <pc:sldMk cId="2256820275" sldId="325"/>
        </pc:sldMkLst>
        <pc:spChg chg="add mod">
          <ac:chgData name="Sreejith Rajan" userId="ec11bca0e4bee75f" providerId="LiveId" clId="{7B4F392D-EAB3-4CE7-903E-F84869825F47}" dt="2025-10-31T15:23:07.593" v="6654" actId="14100"/>
          <ac:spMkLst>
            <pc:docMk/>
            <pc:sldMk cId="2256820275" sldId="325"/>
            <ac:spMk id="8" creationId="{69AE920C-55BE-5880-B625-D260745FBBA8}"/>
          </ac:spMkLst>
        </pc:spChg>
        <pc:graphicFrameChg chg="add mod modGraphic">
          <ac:chgData name="Sreejith Rajan" userId="ec11bca0e4bee75f" providerId="LiveId" clId="{7B4F392D-EAB3-4CE7-903E-F84869825F47}" dt="2025-10-31T13:59:33.716" v="6508" actId="207"/>
          <ac:graphicFrameMkLst>
            <pc:docMk/>
            <pc:sldMk cId="2256820275" sldId="325"/>
            <ac:graphicFrameMk id="2" creationId="{1EF178A2-0186-59C8-CC27-BDAC3A8D94ED}"/>
          </ac:graphicFrameMkLst>
        </pc:graphicFrameChg>
      </pc:sldChg>
      <pc:sldChg chg="addSp delSp modSp add mod">
        <pc:chgData name="Sreejith Rajan" userId="ec11bca0e4bee75f" providerId="LiveId" clId="{7B4F392D-EAB3-4CE7-903E-F84869825F47}" dt="2025-10-31T14:04:20.634" v="6619" actId="14734"/>
        <pc:sldMkLst>
          <pc:docMk/>
          <pc:sldMk cId="2480970343" sldId="326"/>
        </pc:sldMkLst>
        <pc:spChg chg="mod">
          <ac:chgData name="Sreejith Rajan" userId="ec11bca0e4bee75f" providerId="LiveId" clId="{7B4F392D-EAB3-4CE7-903E-F84869825F47}" dt="2025-10-31T14:03:28.907" v="6613" actId="20577"/>
          <ac:spMkLst>
            <pc:docMk/>
            <pc:sldMk cId="2480970343" sldId="326"/>
            <ac:spMk id="3" creationId="{C8AE2C68-0B89-0BFB-A2E1-1B717E0125FE}"/>
          </ac:spMkLst>
        </pc:spChg>
        <pc:graphicFrameChg chg="add mod modGraphic">
          <ac:chgData name="Sreejith Rajan" userId="ec11bca0e4bee75f" providerId="LiveId" clId="{7B4F392D-EAB3-4CE7-903E-F84869825F47}" dt="2025-10-31T14:04:20.634" v="6619" actId="14734"/>
          <ac:graphicFrameMkLst>
            <pc:docMk/>
            <pc:sldMk cId="2480970343" sldId="326"/>
            <ac:graphicFrameMk id="5" creationId="{661B0AED-873A-8AE3-A385-A035494E9142}"/>
          </ac:graphicFrameMkLst>
        </pc:graphicFrameChg>
      </pc:sldChg>
      <pc:sldChg chg="delSp modSp add del mod">
        <pc:chgData name="Sreejith Rajan" userId="ec11bca0e4bee75f" providerId="LiveId" clId="{7B4F392D-EAB3-4CE7-903E-F84869825F47}" dt="2025-10-31T14:16:53.541" v="6651" actId="47"/>
        <pc:sldMkLst>
          <pc:docMk/>
          <pc:sldMk cId="1759038431" sldId="327"/>
        </pc:sldMkLst>
      </pc:sldChg>
      <pc:sldChg chg="modSp add mod ord">
        <pc:chgData name="Sreejith Rajan" userId="ec11bca0e4bee75f" providerId="LiveId" clId="{7B4F392D-EAB3-4CE7-903E-F84869825F47}" dt="2025-10-31T16:07:30.255" v="6831" actId="20577"/>
        <pc:sldMkLst>
          <pc:docMk/>
          <pc:sldMk cId="1648205850" sldId="328"/>
        </pc:sldMkLst>
        <pc:spChg chg="mod">
          <ac:chgData name="Sreejith Rajan" userId="ec11bca0e4bee75f" providerId="LiveId" clId="{7B4F392D-EAB3-4CE7-903E-F84869825F47}" dt="2025-10-31T16:07:30.255" v="6831" actId="20577"/>
          <ac:spMkLst>
            <pc:docMk/>
            <pc:sldMk cId="1648205850" sldId="328"/>
            <ac:spMk id="2" creationId="{F27A24CD-8767-C553-9578-7532FF60013F}"/>
          </ac:spMkLst>
        </pc:spChg>
        <pc:spChg chg="mod">
          <ac:chgData name="Sreejith Rajan" userId="ec11bca0e4bee75f" providerId="LiveId" clId="{7B4F392D-EAB3-4CE7-903E-F84869825F47}" dt="2025-10-31T14:16:50.725" v="6650"/>
          <ac:spMkLst>
            <pc:docMk/>
            <pc:sldMk cId="1648205850" sldId="328"/>
            <ac:spMk id="3" creationId="{7243A1EB-5DB1-D18F-A89F-E2FBC51A8E3D}"/>
          </ac:spMkLst>
        </pc:spChg>
      </pc:sldChg>
      <pc:sldChg chg="modSp add mod">
        <pc:chgData name="Sreejith Rajan" userId="ec11bca0e4bee75f" providerId="LiveId" clId="{7B4F392D-EAB3-4CE7-903E-F84869825F47}" dt="2025-11-01T10:27:59.245" v="7050" actId="20577"/>
        <pc:sldMkLst>
          <pc:docMk/>
          <pc:sldMk cId="3797451880" sldId="329"/>
        </pc:sldMkLst>
        <pc:spChg chg="mod">
          <ac:chgData name="Sreejith Rajan" userId="ec11bca0e4bee75f" providerId="LiveId" clId="{7B4F392D-EAB3-4CE7-903E-F84869825F47}" dt="2025-11-01T10:27:35.935" v="7047" actId="20577"/>
          <ac:spMkLst>
            <pc:docMk/>
            <pc:sldMk cId="3797451880" sldId="329"/>
            <ac:spMk id="2" creationId="{2A0EC920-A02C-49F3-F524-1FE41ABB4B47}"/>
          </ac:spMkLst>
        </pc:spChg>
        <pc:spChg chg="mod">
          <ac:chgData name="Sreejith Rajan" userId="ec11bca0e4bee75f" providerId="LiveId" clId="{7B4F392D-EAB3-4CE7-903E-F84869825F47}" dt="2025-11-01T10:27:59.245" v="7050" actId="20577"/>
          <ac:spMkLst>
            <pc:docMk/>
            <pc:sldMk cId="3797451880" sldId="329"/>
            <ac:spMk id="3" creationId="{FC17B62A-EB0A-B832-BA57-DFA5E4A2586D}"/>
          </ac:spMkLst>
        </pc:spChg>
      </pc:sldChg>
      <pc:sldChg chg="addSp modSp add mod">
        <pc:chgData name="Sreejith Rajan" userId="ec11bca0e4bee75f" providerId="LiveId" clId="{7B4F392D-EAB3-4CE7-903E-F84869825F47}" dt="2025-11-01T10:44:10.147" v="7198" actId="1076"/>
        <pc:sldMkLst>
          <pc:docMk/>
          <pc:sldMk cId="4189159405" sldId="330"/>
        </pc:sldMkLst>
        <pc:spChg chg="mod">
          <ac:chgData name="Sreejith Rajan" userId="ec11bca0e4bee75f" providerId="LiveId" clId="{7B4F392D-EAB3-4CE7-903E-F84869825F47}" dt="2025-11-01T10:28:25.443" v="7086" actId="20577"/>
          <ac:spMkLst>
            <pc:docMk/>
            <pc:sldMk cId="4189159405" sldId="330"/>
            <ac:spMk id="2" creationId="{C7A1A065-BB09-35AD-91B1-C68C0B60739E}"/>
          </ac:spMkLst>
        </pc:spChg>
        <pc:spChg chg="mod">
          <ac:chgData name="Sreejith Rajan" userId="ec11bca0e4bee75f" providerId="LiveId" clId="{7B4F392D-EAB3-4CE7-903E-F84869825F47}" dt="2025-11-01T10:28:21.607" v="7085" actId="20577"/>
          <ac:spMkLst>
            <pc:docMk/>
            <pc:sldMk cId="4189159405" sldId="330"/>
            <ac:spMk id="3" creationId="{8BB8711C-6C17-4946-E113-4988145215BA}"/>
          </ac:spMkLst>
        </pc:spChg>
        <pc:spChg chg="add mod">
          <ac:chgData name="Sreejith Rajan" userId="ec11bca0e4bee75f" providerId="LiveId" clId="{7B4F392D-EAB3-4CE7-903E-F84869825F47}" dt="2025-11-01T10:44:10.147" v="7198" actId="1076"/>
          <ac:spMkLst>
            <pc:docMk/>
            <pc:sldMk cId="4189159405" sldId="330"/>
            <ac:spMk id="5" creationId="{85FC811E-99F9-FEA3-CF4B-C69A56F649D2}"/>
          </ac:spMkLst>
        </pc:spChg>
        <pc:graphicFrameChg chg="add mod modGraphic">
          <ac:chgData name="Sreejith Rajan" userId="ec11bca0e4bee75f" providerId="LiveId" clId="{7B4F392D-EAB3-4CE7-903E-F84869825F47}" dt="2025-11-01T10:42:56.869" v="7097" actId="1076"/>
          <ac:graphicFrameMkLst>
            <pc:docMk/>
            <pc:sldMk cId="4189159405" sldId="330"/>
            <ac:graphicFrameMk id="4" creationId="{7B69319D-A985-5CEA-9006-E3DA4E02498C}"/>
          </ac:graphicFrameMkLst>
        </pc:graphicFrameChg>
      </pc:sldChg>
      <pc:sldChg chg="delSp modSp add mod ord">
        <pc:chgData name="Sreejith Rajan" userId="ec11bca0e4bee75f" providerId="LiveId" clId="{7B4F392D-EAB3-4CE7-903E-F84869825F47}" dt="2025-11-01T11:06:51.315" v="7579"/>
        <pc:sldMkLst>
          <pc:docMk/>
          <pc:sldMk cId="329544041" sldId="331"/>
        </pc:sldMkLst>
        <pc:spChg chg="mod">
          <ac:chgData name="Sreejith Rajan" userId="ec11bca0e4bee75f" providerId="LiveId" clId="{7B4F392D-EAB3-4CE7-903E-F84869825F47}" dt="2025-11-01T10:56:40.112" v="7334" actId="1076"/>
          <ac:spMkLst>
            <pc:docMk/>
            <pc:sldMk cId="329544041" sldId="331"/>
            <ac:spMk id="5" creationId="{47059099-ACE4-87D3-B2D9-BB226B080AC1}"/>
          </ac:spMkLst>
        </pc:spChg>
      </pc:sldChg>
      <pc:sldChg chg="addSp delSp modSp add mod">
        <pc:chgData name="Sreejith Rajan" userId="ec11bca0e4bee75f" providerId="LiveId" clId="{7B4F392D-EAB3-4CE7-903E-F84869825F47}" dt="2025-11-01T11:06:32.708" v="7577" actId="1076"/>
        <pc:sldMkLst>
          <pc:docMk/>
          <pc:sldMk cId="1221268578" sldId="332"/>
        </pc:sldMkLst>
        <pc:spChg chg="mod">
          <ac:chgData name="Sreejith Rajan" userId="ec11bca0e4bee75f" providerId="LiveId" clId="{7B4F392D-EAB3-4CE7-903E-F84869825F47}" dt="2025-11-01T11:04:25.689" v="7379" actId="20577"/>
          <ac:spMkLst>
            <pc:docMk/>
            <pc:sldMk cId="1221268578" sldId="332"/>
            <ac:spMk id="3" creationId="{CAD5B428-BDBB-1862-F67F-3C95405359BA}"/>
          </ac:spMkLst>
        </pc:spChg>
        <pc:spChg chg="mod">
          <ac:chgData name="Sreejith Rajan" userId="ec11bca0e4bee75f" providerId="LiveId" clId="{7B4F392D-EAB3-4CE7-903E-F84869825F47}" dt="2025-11-01T11:05:39.707" v="7569" actId="5793"/>
          <ac:spMkLst>
            <pc:docMk/>
            <pc:sldMk cId="1221268578" sldId="332"/>
            <ac:spMk id="5" creationId="{EF3C0E5B-FDAD-53F8-55EE-979147197555}"/>
          </ac:spMkLst>
        </pc:spChg>
        <pc:graphicFrameChg chg="add mod modGraphic">
          <ac:chgData name="Sreejith Rajan" userId="ec11bca0e4bee75f" providerId="LiveId" clId="{7B4F392D-EAB3-4CE7-903E-F84869825F47}" dt="2025-11-01T11:06:32.708" v="7577" actId="1076"/>
          <ac:graphicFrameMkLst>
            <pc:docMk/>
            <pc:sldMk cId="1221268578" sldId="332"/>
            <ac:graphicFrameMk id="6" creationId="{FF199DCC-D1DE-6F1F-13B8-90522A1B429A}"/>
          </ac:graphicFrameMkLst>
        </pc:graphicFrameChg>
      </pc:sldChg>
      <pc:sldChg chg="addSp delSp modSp add mod ord">
        <pc:chgData name="Sreejith Rajan" userId="ec11bca0e4bee75f" providerId="LiveId" clId="{7B4F392D-EAB3-4CE7-903E-F84869825F47}" dt="2025-11-10T16:21:40.653" v="7745" actId="1076"/>
        <pc:sldMkLst>
          <pc:docMk/>
          <pc:sldMk cId="726996801" sldId="333"/>
        </pc:sldMkLst>
        <pc:spChg chg="add del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2" creationId="{903182FF-7A52-B73D-E62C-3097AE659112}"/>
          </ac:spMkLst>
        </pc:spChg>
        <pc:spChg chg="add del mod">
          <ac:chgData name="Sreejith Rajan" userId="ec11bca0e4bee75f" providerId="LiveId" clId="{7B4F392D-EAB3-4CE7-903E-F84869825F47}" dt="2025-11-01T11:19:41.206" v="7658" actId="21"/>
          <ac:spMkLst>
            <pc:docMk/>
            <pc:sldMk cId="726996801" sldId="333"/>
            <ac:spMk id="3" creationId="{9717DA79-77F0-8A4E-DEAD-928E1A9F31F0}"/>
          </ac:spMkLst>
        </pc:spChg>
        <pc:spChg chg="add del mod">
          <ac:chgData name="Sreejith Rajan" userId="ec11bca0e4bee75f" providerId="LiveId" clId="{7B4F392D-EAB3-4CE7-903E-F84869825F47}" dt="2025-11-01T11:20:04.212" v="7660" actId="164"/>
          <ac:spMkLst>
            <pc:docMk/>
            <pc:sldMk cId="726996801" sldId="333"/>
            <ac:spMk id="8" creationId="{4AF0FAD5-ED3F-D22C-A8F5-4C46DA34D5F8}"/>
          </ac:spMkLst>
        </pc:spChg>
        <pc:spChg chg="add mod">
          <ac:chgData name="Sreejith Rajan" userId="ec11bca0e4bee75f" providerId="LiveId" clId="{7B4F392D-EAB3-4CE7-903E-F84869825F47}" dt="2025-11-01T11:20:28.252" v="7663" actId="164"/>
          <ac:spMkLst>
            <pc:docMk/>
            <pc:sldMk cId="726996801" sldId="333"/>
            <ac:spMk id="14" creationId="{DAECF848-E62C-8629-F961-2B39EBA42C61}"/>
          </ac:spMkLst>
        </pc:spChg>
        <pc:grpChg chg="add mod">
          <ac:chgData name="Sreejith Rajan" userId="ec11bca0e4bee75f" providerId="LiveId" clId="{7B4F392D-EAB3-4CE7-903E-F84869825F47}" dt="2025-11-01T11:20:28.252" v="7663" actId="164"/>
          <ac:grpSpMkLst>
            <pc:docMk/>
            <pc:sldMk cId="726996801" sldId="333"/>
            <ac:grpSpMk id="13" creationId="{57F32D80-E30E-D24E-7B9F-797C5F827A95}"/>
          </ac:grpSpMkLst>
        </pc:grpChg>
        <pc:grpChg chg="add mod">
          <ac:chgData name="Sreejith Rajan" userId="ec11bca0e4bee75f" providerId="LiveId" clId="{7B4F392D-EAB3-4CE7-903E-F84869825F47}" dt="2025-11-10T16:21:40.653" v="7745" actId="1076"/>
          <ac:grpSpMkLst>
            <pc:docMk/>
            <pc:sldMk cId="726996801" sldId="333"/>
            <ac:grpSpMk id="15" creationId="{64B1E41E-CCDE-7490-B656-5446DE0A47D8}"/>
          </ac:grpSpMkLst>
        </pc:grpChg>
        <pc:picChg chg="add del mod">
          <ac:chgData name="Sreejith Rajan" userId="ec11bca0e4bee75f" providerId="LiveId" clId="{7B4F392D-EAB3-4CE7-903E-F84869825F47}" dt="2025-11-01T11:20:04.212" v="7660" actId="164"/>
          <ac:picMkLst>
            <pc:docMk/>
            <pc:sldMk cId="726996801" sldId="333"/>
            <ac:picMk id="6" creationId="{772A2529-8FFE-8ED2-F075-1F652FA83A6E}"/>
          </ac:picMkLst>
        </pc:picChg>
      </pc:sldChg>
      <pc:sldChg chg="modSp add mod">
        <pc:chgData name="Sreejith Rajan" userId="ec11bca0e4bee75f" providerId="LiveId" clId="{7B4F392D-EAB3-4CE7-903E-F84869825F47}" dt="2025-11-01T11:24:23.881" v="7743" actId="1076"/>
        <pc:sldMkLst>
          <pc:docMk/>
          <pc:sldMk cId="2759070442" sldId="334"/>
        </pc:sldMkLst>
        <pc:spChg chg="mod">
          <ac:chgData name="Sreejith Rajan" userId="ec11bca0e4bee75f" providerId="LiveId" clId="{7B4F392D-EAB3-4CE7-903E-F84869825F47}" dt="2025-11-01T11:23:41.303" v="7694" actId="20577"/>
          <ac:spMkLst>
            <pc:docMk/>
            <pc:sldMk cId="2759070442" sldId="334"/>
            <ac:spMk id="3" creationId="{3A0F2FBB-DC50-35D4-73A4-1BE36D633925}"/>
          </ac:spMkLst>
        </pc:spChg>
        <pc:spChg chg="mod">
          <ac:chgData name="Sreejith Rajan" userId="ec11bca0e4bee75f" providerId="LiveId" clId="{7B4F392D-EAB3-4CE7-903E-F84869825F47}" dt="2025-11-01T11:24:23.881" v="7743" actId="1076"/>
          <ac:spMkLst>
            <pc:docMk/>
            <pc:sldMk cId="2759070442" sldId="334"/>
            <ac:spMk id="5" creationId="{228EB009-A399-B326-2F94-40B1F6323D85}"/>
          </ac:spMkLst>
        </pc:sp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E601F7B-2037-198D-C0BC-12CFD54A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3CA5C5-6EE8-F0B6-6967-22DAB7E74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246D1FD9-DAA5-4A9F-0B37-C67F1F0E7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17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F43134-B624-B10D-6AD2-D3CBB0C3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AB7200D-362D-620D-E5FF-605BD841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C573112-6607-FC33-8FB6-FC8650B0D6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62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4F8BA1B-C4F8-641D-D8C0-32CFA5F1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01962AB-FC3F-8EFF-73A3-23DDCED1E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BD23833-829A-A031-168D-8403DE7E5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18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FEFF198-84FC-6AA3-06AF-495AD4F5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0EF3E80F-4324-2100-AF37-0795EA8D7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5C7B9DD-B8ED-7B79-D60F-8F4B9EF76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24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A3C102B-E2EC-AEEF-09C3-D658D547C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381116E-61D6-0E72-B412-2FD608320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227C68-5B89-9262-979D-B40687183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4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dirty="0"/>
              <a:t>Serial Peripheral Interface - SPI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SPI (Serial Peripheral Interface) is a synchronous serial communication protocol used to connect a microcontroller (Master) with one or more peripheral devices (Slaves) such as sensors, displays, and memory chips.</a:t>
            </a:r>
          </a:p>
          <a:p>
            <a:endParaRPr lang="en-US" dirty="0"/>
          </a:p>
          <a:p>
            <a:r>
              <a:rPr lang="en-US" dirty="0"/>
              <a:t>It was developed by Motorola and is widely used in embedded systems because it is fast, simple, and full-duplex (data can be sent and received at the same time).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8BFC-3D85-9D35-CEFB-1D6D6421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06FC51-F050-974A-1895-D0268A08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Common peripherals that use SPI:</a:t>
            </a:r>
          </a:p>
          <a:p>
            <a:r>
              <a:rPr lang="en-US" b="1" dirty="0"/>
              <a:t>OLED and TFT displays</a:t>
            </a:r>
          </a:p>
          <a:p>
            <a:r>
              <a:rPr lang="en-US" b="1" dirty="0"/>
              <a:t>Temperature and pressure sensors (BMP280, MAX6675, etc.)</a:t>
            </a:r>
          </a:p>
          <a:p>
            <a:r>
              <a:rPr lang="en-US" b="1" dirty="0"/>
              <a:t>Memory chips (EEPROM, Flash)</a:t>
            </a:r>
          </a:p>
          <a:p>
            <a:r>
              <a:rPr lang="en-US" b="1" dirty="0"/>
              <a:t>ADC and DAC </a:t>
            </a:r>
            <a:r>
              <a:rPr lang="en-US" b="1" dirty="0" err="1"/>
              <a:t>Ics</a:t>
            </a:r>
            <a:endParaRPr lang="en-US" b="1" dirty="0"/>
          </a:p>
          <a:p>
            <a:r>
              <a:rPr lang="en-US" b="1" dirty="0"/>
              <a:t>SD cards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410D7-D160-3664-1380-6B61F717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 – Common Usage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33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215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SPI Protocol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84034-717D-246D-A3B2-286DA116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0110"/>
              </p:ext>
            </p:extLst>
          </p:nvPr>
        </p:nvGraphicFramePr>
        <p:xfrm>
          <a:off x="2821099" y="2571750"/>
          <a:ext cx="5905500" cy="2377440"/>
        </p:xfrm>
        <a:graphic>
          <a:graphicData uri="http://schemas.openxmlformats.org/drawingml/2006/table">
            <a:tbl>
              <a:tblPr/>
              <a:tblGrid>
                <a:gridCol w="1055442">
                  <a:extLst>
                    <a:ext uri="{9D8B030D-6E8A-4147-A177-3AD203B41FA5}">
                      <a16:colId xmlns:a16="http://schemas.microsoft.com/office/drawing/2014/main" val="826328828"/>
                    </a:ext>
                  </a:extLst>
                </a:gridCol>
                <a:gridCol w="1931831">
                  <a:extLst>
                    <a:ext uri="{9D8B030D-6E8A-4147-A177-3AD203B41FA5}">
                      <a16:colId xmlns:a16="http://schemas.microsoft.com/office/drawing/2014/main" val="882480807"/>
                    </a:ext>
                  </a:extLst>
                </a:gridCol>
                <a:gridCol w="2918227">
                  <a:extLst>
                    <a:ext uri="{9D8B030D-6E8A-4147-A177-3AD203B41FA5}">
                      <a16:colId xmlns:a16="http://schemas.microsoft.com/office/drawing/2014/main" val="3985031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471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Out, Slave In (data from master to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5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Slave →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Master In, Slave Out (data from slave to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93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Serial Clock (generated by 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9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 (CS)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→ Slave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Slave Select (active LOW, selects the slave)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311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291BEC-C4B2-F2AF-1876-D70643036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3" t="15649" r="11867" b="13991"/>
          <a:stretch>
            <a:fillRect/>
          </a:stretch>
        </p:blipFill>
        <p:spPr>
          <a:xfrm>
            <a:off x="5194588" y="339225"/>
            <a:ext cx="3460016" cy="2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3B23579-1A5C-1111-AE20-B03DD460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CB4A251-485A-CFE0-530F-79D171A88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669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ATMEGA 328 Pin mapping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C5DA7-EF6F-3A79-9FE9-98D9C7B09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9194"/>
              </p:ext>
            </p:extLst>
          </p:nvPr>
        </p:nvGraphicFramePr>
        <p:xfrm>
          <a:off x="2698250" y="1268569"/>
          <a:ext cx="3303306" cy="2383896"/>
        </p:xfrm>
        <a:graphic>
          <a:graphicData uri="http://schemas.openxmlformats.org/drawingml/2006/table">
            <a:tbl>
              <a:tblPr/>
              <a:tblGrid>
                <a:gridCol w="927153">
                  <a:extLst>
                    <a:ext uri="{9D8B030D-6E8A-4147-A177-3AD203B41FA5}">
                      <a16:colId xmlns:a16="http://schemas.microsoft.com/office/drawing/2014/main" val="672989552"/>
                    </a:ext>
                  </a:extLst>
                </a:gridCol>
                <a:gridCol w="759853">
                  <a:extLst>
                    <a:ext uri="{9D8B030D-6E8A-4147-A177-3AD203B41FA5}">
                      <a16:colId xmlns:a16="http://schemas.microsoft.com/office/drawing/2014/main" val="3546582711"/>
                    </a:ext>
                  </a:extLst>
                </a:gridCol>
                <a:gridCol w="1616300">
                  <a:extLst>
                    <a:ext uri="{9D8B030D-6E8A-4147-A177-3AD203B41FA5}">
                      <a16:colId xmlns:a16="http://schemas.microsoft.com/office/drawing/2014/main" val="3528594670"/>
                    </a:ext>
                  </a:extLst>
                </a:gridCol>
              </a:tblGrid>
              <a:tr h="472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8126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458997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73459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29800"/>
                  </a:ext>
                </a:extLst>
              </a:tr>
              <a:tr h="466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4070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64A958-6FD4-44B3-F920-42A94B51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000" y="1268569"/>
            <a:ext cx="3323937" cy="238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3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1852B3E-757A-5C62-1EC1-A73D50D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2F49DB7-EDC5-358E-8CD6-35569CA25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Registers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2F68A-D3F9-08CD-566F-B67C4DB6E8E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8F4F98-CF2C-1F34-2B9F-D78C3F0EC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25192"/>
              </p:ext>
            </p:extLst>
          </p:nvPr>
        </p:nvGraphicFramePr>
        <p:xfrm>
          <a:off x="2776023" y="1061501"/>
          <a:ext cx="5905500" cy="207264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3019065683"/>
                    </a:ext>
                  </a:extLst>
                </a:gridCol>
                <a:gridCol w="1411578">
                  <a:extLst>
                    <a:ext uri="{9D8B030D-6E8A-4147-A177-3AD203B41FA5}">
                      <a16:colId xmlns:a16="http://schemas.microsoft.com/office/drawing/2014/main" val="3742614292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3790412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2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SPCR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Control Register — used to configure SPI mode and enable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00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SPSR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Status Register — shows SPI transfer status and flags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87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SPDR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0x2E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SPI Data Register — holds data to transmit or receive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56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03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F72FC09-A613-DAE7-4D34-BDA015B2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3AF189E-4033-9158-F5CD-9B7898D9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7279" y="161273"/>
            <a:ext cx="590550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600" dirty="0"/>
              <a:t>SPCR – SPI Control Register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6E223-7D9A-6A78-3F54-5726BFE3D912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40CCDE-E0FA-F326-9D5F-92A663483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2311"/>
              </p:ext>
            </p:extLst>
          </p:nvPr>
        </p:nvGraphicFramePr>
        <p:xfrm>
          <a:off x="2987901" y="1115912"/>
          <a:ext cx="5644878" cy="3421338"/>
        </p:xfrm>
        <a:graphic>
          <a:graphicData uri="http://schemas.openxmlformats.org/drawingml/2006/table">
            <a:tbl>
              <a:tblPr/>
              <a:tblGrid>
                <a:gridCol w="772732">
                  <a:extLst>
                    <a:ext uri="{9D8B030D-6E8A-4147-A177-3AD203B41FA5}">
                      <a16:colId xmlns:a16="http://schemas.microsoft.com/office/drawing/2014/main" val="1667588563"/>
                    </a:ext>
                  </a:extLst>
                </a:gridCol>
                <a:gridCol w="1276529">
                  <a:extLst>
                    <a:ext uri="{9D8B030D-6E8A-4147-A177-3AD203B41FA5}">
                      <a16:colId xmlns:a16="http://schemas.microsoft.com/office/drawing/2014/main" val="2083825546"/>
                    </a:ext>
                  </a:extLst>
                </a:gridCol>
                <a:gridCol w="3595617">
                  <a:extLst>
                    <a:ext uri="{9D8B030D-6E8A-4147-A177-3AD203B41FA5}">
                      <a16:colId xmlns:a16="http://schemas.microsoft.com/office/drawing/2014/main" val="2839824892"/>
                    </a:ext>
                  </a:extLst>
                </a:gridCol>
              </a:tblGrid>
              <a:tr h="1887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2197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7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SPIE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Interrupt Enable (1 = enable interrupt on transfer complete)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99466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6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SPE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SPI Enable (1 = enables SPI peripheral)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212877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5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DORD</a:t>
                      </a:r>
                      <a:endParaRPr lang="en-IN" sz="90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Data Order (0 = MSB first, 1 = LSB first)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357795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4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MSTR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Master/Slave Select (1 = Master mode)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236012"/>
                  </a:ext>
                </a:extLst>
              </a:tr>
              <a:tr h="45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3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CPOL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Polarity (0 = SCK idle low, 1 = SCK idle high)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387484"/>
                  </a:ext>
                </a:extLst>
              </a:tr>
              <a:tr h="585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CPHA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Clock Phase (0 = sample on leading edge, 1 = sample on trailing edge)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45748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SPR1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SPI Clock Rate Select bit 1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628453"/>
                  </a:ext>
                </a:extLst>
              </a:tr>
              <a:tr h="320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SPR0</a:t>
                      </a:r>
                      <a:endParaRPr lang="en-IN" sz="900" dirty="0"/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SPI Clock Rate Select bit 0</a:t>
                      </a:r>
                    </a:p>
                  </a:txBody>
                  <a:tcPr marL="56624" marR="56624" marT="28312" marB="283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06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41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FF7EA70-45B0-7923-D8A0-1B46348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8061634A-979C-C166-97DF-06E0A8DA8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3122" y="161273"/>
            <a:ext cx="6800044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SPI Clock rate Table</a:t>
            </a:r>
            <a:endParaRPr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8CA9-762E-FB38-A50B-1A30523E9086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AB05EB-B720-C6CF-91F6-94EC5ECBF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51289"/>
              </p:ext>
            </p:extLst>
          </p:nvPr>
        </p:nvGraphicFramePr>
        <p:xfrm>
          <a:off x="2698750" y="1304608"/>
          <a:ext cx="5905500" cy="2743200"/>
        </p:xfrm>
        <a:graphic>
          <a:graphicData uri="http://schemas.openxmlformats.org/drawingml/2006/table">
            <a:tbl>
              <a:tblPr/>
              <a:tblGrid>
                <a:gridCol w="926653">
                  <a:extLst>
                    <a:ext uri="{9D8B030D-6E8A-4147-A177-3AD203B41FA5}">
                      <a16:colId xmlns:a16="http://schemas.microsoft.com/office/drawing/2014/main" val="1238675860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1942840972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258335260"/>
                    </a:ext>
                  </a:extLst>
                </a:gridCol>
                <a:gridCol w="1965191">
                  <a:extLst>
                    <a:ext uri="{9D8B030D-6E8A-4147-A177-3AD203B41FA5}">
                      <a16:colId xmlns:a16="http://schemas.microsoft.com/office/drawing/2014/main" val="2777075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SPI2X (in SPSR)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SCK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9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82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54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38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59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fosc /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fosc</a:t>
                      </a:r>
                      <a:r>
                        <a:rPr lang="en-IN" dirty="0"/>
                        <a:t> / 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594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32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B2B5F99-FD61-6731-22E5-CCBE3B99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7A3ECAF-E25E-6F1B-D904-C1BDEC625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1369" y="180592"/>
            <a:ext cx="6313690" cy="740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2400" dirty="0"/>
              <a:t>SPSR – SPI Status Register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2F147-3A53-52E6-0808-F11E0FD1540E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154A8-BB8D-2F64-73DF-458192C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11100"/>
              </p:ext>
            </p:extLst>
          </p:nvPr>
        </p:nvGraphicFramePr>
        <p:xfrm>
          <a:off x="2698750" y="1380808"/>
          <a:ext cx="5905500" cy="1950720"/>
        </p:xfrm>
        <a:graphic>
          <a:graphicData uri="http://schemas.openxmlformats.org/drawingml/2006/table">
            <a:tbl>
              <a:tblPr/>
              <a:tblGrid>
                <a:gridCol w="1049002">
                  <a:extLst>
                    <a:ext uri="{9D8B030D-6E8A-4147-A177-3AD203B41FA5}">
                      <a16:colId xmlns:a16="http://schemas.microsoft.com/office/drawing/2014/main" val="852539195"/>
                    </a:ext>
                  </a:extLst>
                </a:gridCol>
                <a:gridCol w="1339403">
                  <a:extLst>
                    <a:ext uri="{9D8B030D-6E8A-4147-A177-3AD203B41FA5}">
                      <a16:colId xmlns:a16="http://schemas.microsoft.com/office/drawing/2014/main" val="623097337"/>
                    </a:ext>
                  </a:extLst>
                </a:gridCol>
                <a:gridCol w="3517095">
                  <a:extLst>
                    <a:ext uri="{9D8B030D-6E8A-4147-A177-3AD203B41FA5}">
                      <a16:colId xmlns:a16="http://schemas.microsoft.com/office/drawing/2014/main" val="2938881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80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SPIF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 Interrupt Flag (set when transfer complete)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32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WCOL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Collision Flag (set if SPDR written before previous transfer ended)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051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5–1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SPI2X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 SPI Speed Bit (1 = double speed)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115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71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EA6191-CF3F-E334-EAE0-F39E153F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Steps to configure SPI in </a:t>
            </a:r>
            <a:r>
              <a:rPr lang="en-US" dirty="0" err="1"/>
              <a:t>ATMega</a:t>
            </a:r>
            <a:r>
              <a:rPr lang="en-US" dirty="0"/>
              <a:t> 328 (Master) – Step1: Understand the pins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94CF8-F1D5-39BD-AC9E-1D3DFC783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482437"/>
              </p:ext>
            </p:extLst>
          </p:nvPr>
        </p:nvGraphicFramePr>
        <p:xfrm>
          <a:off x="2762644" y="1791267"/>
          <a:ext cx="5905500" cy="2377440"/>
        </p:xfrm>
        <a:graphic>
          <a:graphicData uri="http://schemas.openxmlformats.org/drawingml/2006/table">
            <a:tbl>
              <a:tblPr/>
              <a:tblGrid>
                <a:gridCol w="952911">
                  <a:extLst>
                    <a:ext uri="{9D8B030D-6E8A-4147-A177-3AD203B41FA5}">
                      <a16:colId xmlns:a16="http://schemas.microsoft.com/office/drawing/2014/main" val="2636900449"/>
                    </a:ext>
                  </a:extLst>
                </a:gridCol>
                <a:gridCol w="1107583">
                  <a:extLst>
                    <a:ext uri="{9D8B030D-6E8A-4147-A177-3AD203B41FA5}">
                      <a16:colId xmlns:a16="http://schemas.microsoft.com/office/drawing/2014/main" val="3977018926"/>
                    </a:ext>
                  </a:extLst>
                </a:gridCol>
                <a:gridCol w="1146220">
                  <a:extLst>
                    <a:ext uri="{9D8B030D-6E8A-4147-A177-3AD203B41FA5}">
                      <a16:colId xmlns:a16="http://schemas.microsoft.com/office/drawing/2014/main" val="1519843760"/>
                    </a:ext>
                  </a:extLst>
                </a:gridCol>
                <a:gridCol w="1114022">
                  <a:extLst>
                    <a:ext uri="{9D8B030D-6E8A-4147-A177-3AD203B41FA5}">
                      <a16:colId xmlns:a16="http://schemas.microsoft.com/office/drawing/2014/main" val="3795396706"/>
                    </a:ext>
                  </a:extLst>
                </a:gridCol>
                <a:gridCol w="1584764">
                  <a:extLst>
                    <a:ext uri="{9D8B030D-6E8A-4147-A177-3AD203B41FA5}">
                      <a16:colId xmlns:a16="http://schemas.microsoft.com/office/drawing/2014/main" val="2172873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AVR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Arduino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Direction (Master)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333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MOSI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Out Slave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6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MISO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In Slave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2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PB5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 Clock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01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PB2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Slave Select (active low)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8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11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50C-A8BA-C7DC-BC72-D41DA797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EC8C-FFFA-39B0-4E3A-CE5945EE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231872"/>
            <a:ext cx="59055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Set the Pin directions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5318B-F3A1-989D-E47B-AD540653FA16}"/>
              </a:ext>
            </a:extLst>
          </p:cNvPr>
          <p:cNvSpPr txBox="1"/>
          <p:nvPr/>
        </p:nvSpPr>
        <p:spPr>
          <a:xfrm>
            <a:off x="3767195" y="1603637"/>
            <a:ext cx="40824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master mode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MOSI, SCK, and SS must be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MISO must be input.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96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EE4C-334B-9A08-C4BA-E51FD65A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4A43E1-D743-7709-ACBE-CF335F9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Step3 : Enable SPI and configure as master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9C588B-5DAE-2205-0138-400F0305B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51120"/>
              </p:ext>
            </p:extLst>
          </p:nvPr>
        </p:nvGraphicFramePr>
        <p:xfrm>
          <a:off x="2852796" y="1430392"/>
          <a:ext cx="5905500" cy="1737360"/>
        </p:xfrm>
        <a:graphic>
          <a:graphicData uri="http://schemas.openxmlformats.org/drawingml/2006/table">
            <a:tbl>
              <a:tblPr/>
              <a:tblGrid>
                <a:gridCol w="1358095">
                  <a:extLst>
                    <a:ext uri="{9D8B030D-6E8A-4147-A177-3AD203B41FA5}">
                      <a16:colId xmlns:a16="http://schemas.microsoft.com/office/drawing/2014/main" val="3286717573"/>
                    </a:ext>
                  </a:extLst>
                </a:gridCol>
                <a:gridCol w="2021983">
                  <a:extLst>
                    <a:ext uri="{9D8B030D-6E8A-4147-A177-3AD203B41FA5}">
                      <a16:colId xmlns:a16="http://schemas.microsoft.com/office/drawing/2014/main" val="947444588"/>
                    </a:ext>
                  </a:extLst>
                </a:gridCol>
                <a:gridCol w="2525422">
                  <a:extLst>
                    <a:ext uri="{9D8B030D-6E8A-4147-A177-3AD203B41FA5}">
                      <a16:colId xmlns:a16="http://schemas.microsoft.com/office/drawing/2014/main" val="29555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0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SPI 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Must be set to 1 to enable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85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MSTR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Master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 for Master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83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SPR1, SPR0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Rate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Choose SPI clock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2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CPOL, CPHA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Clock Polarity &amp;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 SPI mode (0–3)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3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069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938D-1F8B-CA62-9ED3-41156367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1C0D8B-821E-AF6B-FC89-97C09164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Step4 :  (Optional) Double the SPI Clock Speed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0536E-E158-B18E-4958-2AB36CB4F49F}"/>
              </a:ext>
            </a:extLst>
          </p:cNvPr>
          <p:cNvSpPr txBox="1"/>
          <p:nvPr/>
        </p:nvSpPr>
        <p:spPr>
          <a:xfrm>
            <a:off x="2814035" y="1146219"/>
            <a:ext cx="613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If you want to increase the SPI clock, set the </a:t>
            </a:r>
            <a:r>
              <a:rPr lang="en-US" b="1" dirty="0">
                <a:solidFill>
                  <a:schemeClr val="tx1"/>
                </a:solidFill>
              </a:rPr>
              <a:t>SPI2X</a:t>
            </a:r>
            <a:r>
              <a:rPr lang="en-US" dirty="0">
                <a:solidFill>
                  <a:schemeClr val="tx1"/>
                </a:solidFill>
              </a:rPr>
              <a:t> bit in the </a:t>
            </a:r>
            <a:r>
              <a:rPr lang="en-US" b="1" dirty="0">
                <a:solidFill>
                  <a:schemeClr val="tx1"/>
                </a:solidFill>
              </a:rPr>
              <a:t>SPSR register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33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3E19-FEEB-43FC-8500-CB53597F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A40EBE-ADB7-87C4-E9C1-F109421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/>
          </a:bodyPr>
          <a:lstStyle/>
          <a:p>
            <a:r>
              <a:rPr lang="en-US" dirty="0"/>
              <a:t>Step 5 :  </a:t>
            </a:r>
            <a:r>
              <a:rPr lang="en-IN" dirty="0"/>
              <a:t>Transmit and Receive Data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96EA8-E91A-4FEE-1504-AD26F6E47D41}"/>
              </a:ext>
            </a:extLst>
          </p:cNvPr>
          <p:cNvSpPr txBox="1"/>
          <p:nvPr/>
        </p:nvSpPr>
        <p:spPr>
          <a:xfrm>
            <a:off x="2814035" y="1146219"/>
            <a:ext cx="61367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Use the </a:t>
            </a:r>
            <a:r>
              <a:rPr lang="en-US" b="1" dirty="0">
                <a:solidFill>
                  <a:schemeClr val="tx1"/>
                </a:solidFill>
              </a:rPr>
              <a:t>SPDR register</a:t>
            </a:r>
            <a:r>
              <a:rPr lang="en-US" dirty="0">
                <a:solidFill>
                  <a:schemeClr val="tx1"/>
                </a:solidFill>
              </a:rPr>
              <a:t> (SPI Data Register).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Writing to SPDR starts transmission.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Reading SPDR gives received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Wait for the transfer to complete by checking </a:t>
            </a:r>
            <a:r>
              <a:rPr lang="en-US" b="1" dirty="0">
                <a:solidFill>
                  <a:schemeClr val="tx1"/>
                </a:solidFill>
              </a:rPr>
              <a:t>SPIF</a:t>
            </a:r>
            <a:r>
              <a:rPr lang="en-US" dirty="0">
                <a:solidFill>
                  <a:schemeClr val="tx1"/>
                </a:solidFill>
              </a:rPr>
              <a:t> flag in 	</a:t>
            </a:r>
            <a:r>
              <a:rPr lang="en-US" b="1" dirty="0">
                <a:solidFill>
                  <a:schemeClr val="tx1"/>
                </a:solidFill>
              </a:rPr>
              <a:t>SPSR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71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E2AA-6761-FB3D-59D3-F4A5E016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7D002-51AD-EE22-8109-426C9F0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644" y="154598"/>
            <a:ext cx="5905500" cy="99162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6 : Handle the SS (Slave Select) Pin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FACD-62A8-FE1D-F3A6-7AA8850701DB}"/>
              </a:ext>
            </a:extLst>
          </p:cNvPr>
          <p:cNvSpPr txBox="1"/>
          <p:nvPr/>
        </p:nvSpPr>
        <p:spPr>
          <a:xfrm>
            <a:off x="2814035" y="1146219"/>
            <a:ext cx="61367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Before sending data to a specific device: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low</a:t>
            </a:r>
            <a:r>
              <a:rPr lang="en-US" dirty="0">
                <a:solidFill>
                  <a:schemeClr val="tx1"/>
                </a:solidFill>
              </a:rPr>
              <a:t> → select slave.</a:t>
            </a: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Transfer data.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tx1"/>
                </a:solidFill>
              </a:rPr>
              <a:t>Pull SS high</a:t>
            </a:r>
            <a:r>
              <a:rPr lang="en-US" dirty="0">
                <a:solidFill>
                  <a:schemeClr val="tx1"/>
                </a:solidFill>
              </a:rPr>
              <a:t> → deselect slave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3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AE6C-3911-A140-FA1C-0841DDFE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7EE491-D81C-9171-CD32-C833874C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Transfer in SPI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2EC90-A0D5-1C34-AC3D-A91E28E7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00" y="1570284"/>
            <a:ext cx="64770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2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238F7-ACE6-4E62-86D2-EE5568EB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4EAD6F-9479-35A0-3534-9B4CA4A0A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1002706"/>
            <a:ext cx="5905500" cy="3908922"/>
          </a:xfrm>
        </p:spPr>
        <p:txBody>
          <a:bodyPr/>
          <a:lstStyle/>
          <a:p>
            <a:r>
              <a:rPr lang="en-US" dirty="0"/>
              <a:t>SPIF becomes 1 when the data transfer is complete</a:t>
            </a:r>
          </a:p>
          <a:p>
            <a:r>
              <a:rPr lang="en-US" dirty="0"/>
              <a:t>SPIF is automatically cleared when we read SPDR( or copy the SPDR Value to a variable)</a:t>
            </a:r>
          </a:p>
          <a:p>
            <a:r>
              <a:rPr lang="en-US" dirty="0"/>
              <a:t>That means we do not need to clear SPIF manually. It will be done when we read the SPDR value(That means we must read SPDR)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CB26F8-A959-36D9-29D2-0DD7E548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SPIF is cleared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11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9F5C-691B-4D79-49BD-60C8A974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221C5F-D600-89F6-9D6B-9A610F82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BMP280</a:t>
            </a:r>
            <a:r>
              <a:rPr lang="en-US" dirty="0"/>
              <a:t> is a </a:t>
            </a:r>
            <a:r>
              <a:rPr lang="en-US" b="1" dirty="0"/>
              <a:t>digital barometric pressure and temperature sensor</a:t>
            </a:r>
            <a:r>
              <a:rPr lang="en-US" dirty="0"/>
              <a:t> made by </a:t>
            </a:r>
            <a:r>
              <a:rPr lang="en-US" b="1" dirty="0"/>
              <a:t>Bosch </a:t>
            </a:r>
            <a:r>
              <a:rPr lang="en-US" b="1" dirty="0" err="1"/>
              <a:t>Sensortec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widely used in embedded systems and IoT applications like:</a:t>
            </a:r>
          </a:p>
          <a:p>
            <a:endParaRPr lang="en-US" dirty="0"/>
          </a:p>
          <a:p>
            <a:pPr lvl="1"/>
            <a:r>
              <a:rPr lang="en-US" dirty="0"/>
              <a:t>Altimeters</a:t>
            </a:r>
          </a:p>
          <a:p>
            <a:pPr lvl="1"/>
            <a:r>
              <a:rPr lang="en-US" dirty="0"/>
              <a:t>Weather monitoring</a:t>
            </a:r>
          </a:p>
          <a:p>
            <a:pPr lvl="1"/>
            <a:r>
              <a:rPr lang="en-US" dirty="0"/>
              <a:t>Environmental sensing</a:t>
            </a:r>
          </a:p>
          <a:p>
            <a:pPr lvl="1"/>
            <a:r>
              <a:rPr lang="en-US" dirty="0"/>
              <a:t>Smart watches and wearables</a:t>
            </a:r>
          </a:p>
          <a:p>
            <a:pPr lvl="1"/>
            <a:r>
              <a:rPr lang="en-US" dirty="0"/>
              <a:t>It can communicate via </a:t>
            </a:r>
            <a:r>
              <a:rPr lang="en-US" b="1" dirty="0"/>
              <a:t>I²C</a:t>
            </a:r>
            <a:r>
              <a:rPr lang="en-US" dirty="0"/>
              <a:t> or </a:t>
            </a:r>
            <a:r>
              <a:rPr lang="en-US" b="1" dirty="0"/>
              <a:t>SPI</a:t>
            </a:r>
            <a:r>
              <a:rPr lang="en-US" dirty="0"/>
              <a:t>, making it easy to interface with microcontrollers like the </a:t>
            </a:r>
            <a:r>
              <a:rPr lang="en-US" b="1" dirty="0"/>
              <a:t>ATmega328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E4190-E2CF-C6A7-9C5C-32B53D53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86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18403-18C8-2ED7-B0D4-D1BC21D5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46D34C-307B-52B0-F4BC-565BB7AE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Electrical Parameters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92B78A-4429-1DB0-CED6-2945EC46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01867"/>
              </p:ext>
            </p:extLst>
          </p:nvPr>
        </p:nvGraphicFramePr>
        <p:xfrm>
          <a:off x="2698750" y="1182688"/>
          <a:ext cx="5905500" cy="32004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1546168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01183804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5742621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Typical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919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Voltage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1.71V – 3.6V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Often powered from 3.3V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29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I²C or SPI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Selectable by CSB pin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 hPa – 1100 hPa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Equivalent to 9,000 m to -500 m altitude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21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-40°C to +85°C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Suitable for most embedded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4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 Pa (pressure), 0.01°C (temp)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precise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886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Supply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~2.7 µA (normal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low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0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831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4A55-73B5-D134-8F84-71574804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B57D7C-5F95-3FD3-64E6-254A4A15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BMP 280 Pinout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B4DDC4-27CC-5864-1756-85D992C62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63195"/>
              </p:ext>
            </p:extLst>
          </p:nvPr>
        </p:nvGraphicFramePr>
        <p:xfrm>
          <a:off x="2870374" y="1074738"/>
          <a:ext cx="5733376" cy="3416300"/>
        </p:xfrm>
        <a:graphic>
          <a:graphicData uri="http://schemas.openxmlformats.org/drawingml/2006/table">
            <a:tbl>
              <a:tblPr/>
              <a:tblGrid>
                <a:gridCol w="957472">
                  <a:extLst>
                    <a:ext uri="{9D8B030D-6E8A-4147-A177-3AD203B41FA5}">
                      <a16:colId xmlns:a16="http://schemas.microsoft.com/office/drawing/2014/main" val="2640635965"/>
                    </a:ext>
                  </a:extLst>
                </a:gridCol>
                <a:gridCol w="1387247">
                  <a:extLst>
                    <a:ext uri="{9D8B030D-6E8A-4147-A177-3AD203B41FA5}">
                      <a16:colId xmlns:a16="http://schemas.microsoft.com/office/drawing/2014/main" val="3745081692"/>
                    </a:ext>
                  </a:extLst>
                </a:gridCol>
                <a:gridCol w="1955313">
                  <a:extLst>
                    <a:ext uri="{9D8B030D-6E8A-4147-A177-3AD203B41FA5}">
                      <a16:colId xmlns:a16="http://schemas.microsoft.com/office/drawing/2014/main" val="3329053214"/>
                    </a:ext>
                  </a:extLst>
                </a:gridCol>
                <a:gridCol w="1433344">
                  <a:extLst>
                    <a:ext uri="{9D8B030D-6E8A-4147-A177-3AD203B41FA5}">
                      <a16:colId xmlns:a16="http://schemas.microsoft.com/office/drawing/2014/main" val="3021521344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Full Name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chemeClr val="accent1"/>
                          </a:solidFill>
                        </a:rPr>
                        <a:t>Connect To (ATmega328)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232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SCL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Clock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SPI clock line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PB5 (SCK)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625918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SDA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MOSI (Master-Out Slave-In)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PB3 (MOSI)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56544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SDO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Serial Data Out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MISO (Master-In Slave-Out)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PB4 (MISO)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643647"/>
                  </a:ext>
                </a:extLst>
              </a:tr>
              <a:tr h="889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CSB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Chip Select Bar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Active-low select pin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PB2 (SS)</a:t>
                      </a:r>
                      <a:r>
                        <a:rPr lang="en-US" sz="1300"/>
                        <a:t> or any digital output you control as CS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095796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VCC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Power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 supply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3.3 V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34404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GND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Common ground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GND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537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87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09F67-8FEC-3728-1ABE-FA437A71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F48456-DE3E-0110-6EFD-70D6CCA8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63DFFA-C181-67BA-C57E-08B1A8D65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18224"/>
              </p:ext>
            </p:extLst>
          </p:nvPr>
        </p:nvGraphicFramePr>
        <p:xfrm>
          <a:off x="2698250" y="939800"/>
          <a:ext cx="5905500" cy="1554480"/>
        </p:xfrm>
        <a:graphic>
          <a:graphicData uri="http://schemas.openxmlformats.org/drawingml/2006/table">
            <a:tbl>
              <a:tblPr/>
              <a:tblGrid>
                <a:gridCol w="1242685">
                  <a:extLst>
                    <a:ext uri="{9D8B030D-6E8A-4147-A177-3AD203B41FA5}">
                      <a16:colId xmlns:a16="http://schemas.microsoft.com/office/drawing/2014/main" val="2995547860"/>
                    </a:ext>
                  </a:extLst>
                </a:gridCol>
                <a:gridCol w="4662815">
                  <a:extLst>
                    <a:ext uri="{9D8B030D-6E8A-4147-A177-3AD203B41FA5}">
                      <a16:colId xmlns:a16="http://schemas.microsoft.com/office/drawing/2014/main" val="3316419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84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Write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microcontroller sends data </a:t>
                      </a:r>
                      <a:r>
                        <a:rPr lang="en-US" i="1"/>
                        <a:t>to</a:t>
                      </a:r>
                      <a:r>
                        <a:rPr lang="en-US"/>
                        <a:t> the BMP280 to set something — like a configuration, control command, or reset.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5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microcontroller asks the BMP280 to send back data — like sensor readings or status information.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2850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E43800-62A6-8377-5538-A2B41CB4ED35}"/>
              </a:ext>
            </a:extLst>
          </p:cNvPr>
          <p:cNvSpPr txBox="1"/>
          <p:nvPr/>
        </p:nvSpPr>
        <p:spPr>
          <a:xfrm>
            <a:off x="2791890" y="3066980"/>
            <a:ext cx="5718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chemeClr val="tx1"/>
                </a:solidFill>
              </a:rPr>
              <a:t>These operations are done through </a:t>
            </a:r>
            <a:r>
              <a:rPr lang="en-US" dirty="0">
                <a:solidFill>
                  <a:srgbClr val="FF0000"/>
                </a:solidFill>
              </a:rPr>
              <a:t>registers</a:t>
            </a:r>
            <a:r>
              <a:rPr lang="en-US" dirty="0">
                <a:solidFill>
                  <a:schemeClr val="tx1"/>
                </a:solidFill>
              </a:rPr>
              <a:t> inside the BMP280.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olidFill>
                  <a:schemeClr val="tx1"/>
                </a:solidFill>
              </a:rPr>
              <a:t>Each </a:t>
            </a:r>
            <a:r>
              <a:rPr lang="en-US" dirty="0">
                <a:solidFill>
                  <a:srgbClr val="FF0000"/>
                </a:solidFill>
              </a:rPr>
              <a:t>register</a:t>
            </a:r>
            <a:r>
              <a:rPr lang="en-US" dirty="0">
                <a:solidFill>
                  <a:schemeClr val="tx1"/>
                </a:solidFill>
              </a:rPr>
              <a:t> in the BMP280 is like a small “memory box” with an address and a stored value.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34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D99F-7078-DD6E-3AC6-2D2E25DB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5DF11-131B-043F-1F1E-A4B551E7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and Writing –BMP 280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F178A2-0186-59C8-CC27-BDAC3A8D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99496"/>
              </p:ext>
            </p:extLst>
          </p:nvPr>
        </p:nvGraphicFramePr>
        <p:xfrm>
          <a:off x="2791890" y="1748790"/>
          <a:ext cx="5905500" cy="609600"/>
        </p:xfrm>
        <a:graphic>
          <a:graphicData uri="http://schemas.openxmlformats.org/drawingml/2006/table">
            <a:tbl>
              <a:tblPr/>
              <a:tblGrid>
                <a:gridCol w="1116848">
                  <a:extLst>
                    <a:ext uri="{9D8B030D-6E8A-4147-A177-3AD203B41FA5}">
                      <a16:colId xmlns:a16="http://schemas.microsoft.com/office/drawing/2014/main" val="207161668"/>
                    </a:ext>
                  </a:extLst>
                </a:gridCol>
                <a:gridCol w="1964028">
                  <a:extLst>
                    <a:ext uri="{9D8B030D-6E8A-4147-A177-3AD203B41FA5}">
                      <a16:colId xmlns:a16="http://schemas.microsoft.com/office/drawing/2014/main" val="687269193"/>
                    </a:ext>
                  </a:extLst>
                </a:gridCol>
                <a:gridCol w="2824624">
                  <a:extLst>
                    <a:ext uri="{9D8B030D-6E8A-4147-A177-3AD203B41FA5}">
                      <a16:colId xmlns:a16="http://schemas.microsoft.com/office/drawing/2014/main" val="2135014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6–0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944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R/W 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Register address (7 bits)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249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AE920C-55BE-5880-B625-D260745FBBA8}"/>
              </a:ext>
            </a:extLst>
          </p:cNvPr>
          <p:cNvSpPr txBox="1"/>
          <p:nvPr/>
        </p:nvSpPr>
        <p:spPr>
          <a:xfrm>
            <a:off x="2791890" y="2905770"/>
            <a:ext cx="5431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Bit 7 </a:t>
            </a:r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 0 Means Write operation</a:t>
            </a: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Bit 7 1 Means Read operation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2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C0A8-7BBF-45CD-3696-BBB82604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AE2C68-0B89-0BFB-A2E1-1B717E01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Registers in BMP 280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1B0AED-873A-8AE3-A385-A035494E9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485028"/>
              </p:ext>
            </p:extLst>
          </p:nvPr>
        </p:nvGraphicFramePr>
        <p:xfrm>
          <a:off x="2870374" y="1074738"/>
          <a:ext cx="5562252" cy="3416301"/>
        </p:xfrm>
        <a:graphic>
          <a:graphicData uri="http://schemas.openxmlformats.org/drawingml/2006/table">
            <a:tbl>
              <a:tblPr/>
              <a:tblGrid>
                <a:gridCol w="1321699">
                  <a:extLst>
                    <a:ext uri="{9D8B030D-6E8A-4147-A177-3AD203B41FA5}">
                      <a16:colId xmlns:a16="http://schemas.microsoft.com/office/drawing/2014/main" val="1566525019"/>
                    </a:ext>
                  </a:extLst>
                </a:gridCol>
                <a:gridCol w="1352282">
                  <a:extLst>
                    <a:ext uri="{9D8B030D-6E8A-4147-A177-3AD203B41FA5}">
                      <a16:colId xmlns:a16="http://schemas.microsoft.com/office/drawing/2014/main" val="4199355408"/>
                    </a:ext>
                  </a:extLst>
                </a:gridCol>
                <a:gridCol w="2888271">
                  <a:extLst>
                    <a:ext uri="{9D8B030D-6E8A-4147-A177-3AD203B41FA5}">
                      <a16:colId xmlns:a16="http://schemas.microsoft.com/office/drawing/2014/main" val="935301732"/>
                    </a:ext>
                  </a:extLst>
                </a:gridCol>
              </a:tblGrid>
              <a:tr h="287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accent1"/>
                          </a:solidFill>
                        </a:rPr>
                        <a:t>Register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7473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Chip ID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ourier New" panose="02070309020205020404" pitchFamily="49" charset="0"/>
                        </a:rPr>
                        <a:t>0xD0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Read-only, fixed value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0x58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72404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0xE0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Write-only, write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0xB6</a:t>
                      </a:r>
                      <a:r>
                        <a:rPr lang="en-US" sz="1300"/>
                        <a:t> to reset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163478"/>
                  </a:ext>
                </a:extLst>
              </a:tr>
              <a:tr h="689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Status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0xF3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Shows if measurement is running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45366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Ctrl_Meas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0xF4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Controls oversampling and power mode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889510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Config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0xF5</a:t>
                      </a:r>
                      <a:endParaRPr lang="en-IN" sz="130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Filter and standby settings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73885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Data registers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Courier New" panose="02070309020205020404" pitchFamily="49" charset="0"/>
                        </a:rPr>
                        <a:t>0xF7</a:t>
                      </a:r>
                      <a:r>
                        <a:rPr lang="en-IN" sz="1300" dirty="0"/>
                        <a:t>–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0xFC</a:t>
                      </a:r>
                      <a:endParaRPr lang="en-IN" sz="1300" dirty="0"/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Raw pressure and temperature data</a:t>
                      </a:r>
                    </a:p>
                  </a:txBody>
                  <a:tcPr marL="86125" marR="86125" marT="43063" marB="430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39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970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F803-9E6B-4D6B-A40B-6320CC8B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7A24CD-8767-C553-9578-7532FF600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dirty="0"/>
              <a:t>PORTB &amp;= ~(1 &lt;&lt; PB2);</a:t>
            </a:r>
          </a:p>
          <a:p>
            <a:pPr marL="114300" indent="0">
              <a:buNone/>
            </a:pPr>
            <a:r>
              <a:rPr lang="en-IN" dirty="0"/>
              <a:t>SPDR=OxD0|0x80; </a:t>
            </a:r>
          </a:p>
          <a:p>
            <a:pPr marL="114300" indent="0">
              <a:buNone/>
            </a:pPr>
            <a:r>
              <a:rPr lang="en-IN" dirty="0"/>
              <a:t>while(!(SPSR &amp; (1 &lt;&lt; SPIF))); </a:t>
            </a:r>
          </a:p>
          <a:p>
            <a:pPr marL="114300" indent="0">
              <a:buNone/>
            </a:pPr>
            <a:r>
              <a:rPr lang="en-IN" dirty="0"/>
              <a:t>Dummy = SPDR;</a:t>
            </a:r>
          </a:p>
          <a:p>
            <a:pPr marL="114300" indent="0">
              <a:buNone/>
            </a:pPr>
            <a:r>
              <a:rPr lang="en-IN" dirty="0"/>
              <a:t>PORTB |= (1 &lt;&lt; PB2);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PORTB &amp;= ~(1 &lt;&lt; PB2);</a:t>
            </a:r>
          </a:p>
          <a:p>
            <a:pPr marL="114300" indent="0">
              <a:buNone/>
            </a:pPr>
            <a:r>
              <a:rPr lang="en-IN" dirty="0"/>
              <a:t>SPDR=Ox00; </a:t>
            </a:r>
          </a:p>
          <a:p>
            <a:pPr marL="114300" indent="0">
              <a:buNone/>
            </a:pPr>
            <a:r>
              <a:rPr lang="en-IN" dirty="0"/>
              <a:t>while(!(SPSR &amp; (1 &lt;&lt; SPIF))); </a:t>
            </a:r>
          </a:p>
          <a:p>
            <a:pPr marL="114300" indent="0">
              <a:buNone/>
            </a:pPr>
            <a:r>
              <a:rPr lang="en-IN" dirty="0" err="1"/>
              <a:t>Chip_id</a:t>
            </a:r>
            <a:r>
              <a:rPr lang="en-IN" dirty="0"/>
              <a:t> = SPDR;</a:t>
            </a:r>
          </a:p>
          <a:p>
            <a:pPr marL="114300" indent="0">
              <a:buNone/>
            </a:pPr>
            <a:r>
              <a:rPr lang="en-IN" dirty="0"/>
              <a:t>PORTB |= (1 &lt;&lt; PB2);                  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If(</a:t>
            </a:r>
            <a:r>
              <a:rPr lang="en-IN" dirty="0" err="1"/>
              <a:t>chip_id</a:t>
            </a:r>
            <a:r>
              <a:rPr lang="en-IN" dirty="0"/>
              <a:t>==0x58)</a:t>
            </a:r>
            <a:br>
              <a:rPr lang="en-IN" dirty="0"/>
            </a:br>
            <a:r>
              <a:rPr lang="en-IN" dirty="0"/>
              <a:t>{</a:t>
            </a:r>
          </a:p>
          <a:p>
            <a:pPr marL="114300" indent="0">
              <a:buNone/>
            </a:pPr>
            <a:r>
              <a:rPr lang="en-IN" dirty="0"/>
              <a:t>Led on code</a:t>
            </a:r>
            <a:br>
              <a:rPr lang="en-IN" dirty="0"/>
            </a:br>
            <a:r>
              <a:rPr lang="en-IN" dirty="0"/>
              <a:t>}     </a:t>
            </a:r>
          </a:p>
          <a:p>
            <a:pPr marL="114300" indent="0">
              <a:buNone/>
            </a:pPr>
            <a:r>
              <a:rPr lang="en-IN" dirty="0"/>
              <a:t>Else {</a:t>
            </a:r>
          </a:p>
          <a:p>
            <a:pPr marL="114300" indent="0">
              <a:buNone/>
            </a:pPr>
            <a:r>
              <a:rPr lang="en-IN" dirty="0"/>
              <a:t>Led off code</a:t>
            </a:r>
          </a:p>
          <a:p>
            <a:pPr marL="114300" indent="0">
              <a:buNone/>
            </a:pPr>
            <a:r>
              <a:rPr lang="en-IN" dirty="0"/>
              <a:t>}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3A1EB-5DB1-D18F-A89F-E2FBC51A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the Chip id of BMP 280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205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71F9-0266-116E-0807-26228AC3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0EC920-A02C-49F3-F524-1FE41ABB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r>
              <a:rPr lang="en-IN" dirty="0"/>
              <a:t>Ideally, you can write UART send program(We already did)</a:t>
            </a:r>
          </a:p>
          <a:p>
            <a:r>
              <a:rPr lang="en-IN" dirty="0"/>
              <a:t>Or use my UART driver codes (In my GitHub)</a:t>
            </a:r>
          </a:p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17B62A-EB0A-B832-BA57-DFA5E4A2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Display </a:t>
            </a:r>
            <a:r>
              <a:rPr lang="en-US" dirty="0" err="1"/>
              <a:t>ChipID</a:t>
            </a:r>
            <a:r>
              <a:rPr lang="en-US" dirty="0"/>
              <a:t> in Serial Monitor(UART)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451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A03F-B1B8-CE71-0B7B-7AF3AEA0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A1A065-BB09-35AD-91B1-C68C0B607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8711C-6C17-4946-E113-49881452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Temperature Value from BMP 280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69319D-A985-5CEA-9006-E3DA4E024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61401"/>
              </p:ext>
            </p:extLst>
          </p:nvPr>
        </p:nvGraphicFramePr>
        <p:xfrm>
          <a:off x="2698250" y="2043430"/>
          <a:ext cx="5905500" cy="185928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2230965566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327057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771973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381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0xFA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TEMP_MSB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bits [19:12]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2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0xFB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TEMP_LSB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bits [11:4]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28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0xFC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TEMP_XLSB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dirty="0"/>
                        <a:t>Temperature bits [3:0] (upper nibble)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300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FC811E-99F9-FEA3-CF4B-C69A56F649D2}"/>
              </a:ext>
            </a:extLst>
          </p:cNvPr>
          <p:cNvSpPr txBox="1"/>
          <p:nvPr/>
        </p:nvSpPr>
        <p:spPr>
          <a:xfrm>
            <a:off x="2634981" y="1132401"/>
            <a:ext cx="5572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Temperature and Pressure data are 20-bit data saved in 3 registers </a:t>
            </a:r>
          </a:p>
        </p:txBody>
      </p:sp>
    </p:spTree>
    <p:extLst>
      <p:ext uri="{BB962C8B-B14F-4D97-AF65-F5344CB8AC3E}">
        <p14:creationId xmlns:p14="http://schemas.microsoft.com/office/powerpoint/2010/main" val="4189159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2F0B-C94C-D72C-35FD-586FF1C4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F3BEE-3A29-47C8-4104-E810D27E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BE010D-6AE7-7BFC-34CD-434788A4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Temperature Value from BMP 280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59099-ACE4-87D3-B2D9-BB226B080AC1}"/>
              </a:ext>
            </a:extLst>
          </p:cNvPr>
          <p:cNvSpPr txBox="1"/>
          <p:nvPr/>
        </p:nvSpPr>
        <p:spPr>
          <a:xfrm>
            <a:off x="2698250" y="1222553"/>
            <a:ext cx="5356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Read individually and store in separate variables.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Combine to get the Raw Temperature value</a:t>
            </a:r>
          </a:p>
        </p:txBody>
      </p:sp>
    </p:spTree>
    <p:extLst>
      <p:ext uri="{BB962C8B-B14F-4D97-AF65-F5344CB8AC3E}">
        <p14:creationId xmlns:p14="http://schemas.microsoft.com/office/powerpoint/2010/main" val="329544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97CF-D708-5661-880B-7F683295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1C58C-BD5E-6C9E-E007-DC0C530FB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F2FBB-DC50-35D4-73A4-1BE36D63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your BMP 280 is in sleep mode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EB009-A399-B326-2F94-40B1F6323D85}"/>
              </a:ext>
            </a:extLst>
          </p:cNvPr>
          <p:cNvSpPr txBox="1"/>
          <p:nvPr/>
        </p:nvSpPr>
        <p:spPr>
          <a:xfrm>
            <a:off x="3503793" y="1766839"/>
            <a:ext cx="535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Enable CTRL_MEAS  by writing 0x27 to it. </a:t>
            </a:r>
          </a:p>
        </p:txBody>
      </p:sp>
    </p:spTree>
    <p:extLst>
      <p:ext uri="{BB962C8B-B14F-4D97-AF65-F5344CB8AC3E}">
        <p14:creationId xmlns:p14="http://schemas.microsoft.com/office/powerpoint/2010/main" val="2759070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4969-67D9-B34A-6C2C-CFF47D36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6CA057-3B0B-70A9-1070-B1F29CCF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D5B428-BDBB-1862-F67F-3C954053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 Temperature Compensation values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C0E5B-FDAD-53F8-55EE-979147197555}"/>
              </a:ext>
            </a:extLst>
          </p:cNvPr>
          <p:cNvSpPr txBox="1"/>
          <p:nvPr/>
        </p:nvSpPr>
        <p:spPr>
          <a:xfrm>
            <a:off x="2634981" y="1132401"/>
            <a:ext cx="62135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Temperature compensation values are stored in the following registers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chemeClr val="tx1"/>
                </a:solidFill>
              </a:rPr>
              <a:t>Read Them and use them to find the actual temperature value from raw </a:t>
            </a:r>
          </a:p>
          <a:p>
            <a:r>
              <a:rPr lang="en-IN" dirty="0">
                <a:solidFill>
                  <a:schemeClr val="tx1"/>
                </a:solidFill>
              </a:rPr>
              <a:t>temperature value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199DCC-D1DE-6F1F-13B8-90522A1B4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247438"/>
              </p:ext>
            </p:extLst>
          </p:nvPr>
        </p:nvGraphicFramePr>
        <p:xfrm>
          <a:off x="2634981" y="2351431"/>
          <a:ext cx="5905500" cy="1645920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1400980977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75651528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385026678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286426337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496263181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210090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 (LSB)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Address (MSB)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76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0x88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0x89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27504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9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26435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9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dig_T3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0x8C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0x8D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int16_t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67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268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23DA-FB45-AEA7-A6CB-384ABE1D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3182FF-7A52-B73D-E62C-3097AE659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17DA79-77F0-8A4E-DEAD-928E1A9F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Temperature compensation Formula</a:t>
            </a:r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B1E41E-CCDE-7490-B656-5446DE0A47D8}"/>
              </a:ext>
            </a:extLst>
          </p:cNvPr>
          <p:cNvGrpSpPr/>
          <p:nvPr/>
        </p:nvGrpSpPr>
        <p:grpSpPr>
          <a:xfrm>
            <a:off x="2798322" y="939800"/>
            <a:ext cx="5863383" cy="3908922"/>
            <a:chOff x="2740367" y="867478"/>
            <a:chExt cx="5863383" cy="39089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7F32D80-E30E-D24E-7B9F-797C5F827A95}"/>
                </a:ext>
              </a:extLst>
            </p:cNvPr>
            <p:cNvGrpSpPr/>
            <p:nvPr/>
          </p:nvGrpSpPr>
          <p:grpSpPr>
            <a:xfrm>
              <a:off x="2740367" y="867478"/>
              <a:ext cx="5863383" cy="3908922"/>
              <a:chOff x="2740367" y="867478"/>
              <a:chExt cx="5863383" cy="390892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72A2529-8FFE-8ED2-F075-1F652FA83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40367" y="867478"/>
                <a:ext cx="5863383" cy="3908922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F0FAD5-ED3F-D22C-A8F5-4C46DA34D5F8}"/>
                  </a:ext>
                </a:extLst>
              </p:cNvPr>
              <p:cNvSpPr/>
              <p:nvPr/>
            </p:nvSpPr>
            <p:spPr>
              <a:xfrm>
                <a:off x="3625850" y="4032250"/>
                <a:ext cx="101600" cy="107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ECF848-E62C-8629-F961-2B39EBA42C61}"/>
                </a:ext>
              </a:extLst>
            </p:cNvPr>
            <p:cNvSpPr txBox="1"/>
            <p:nvPr/>
          </p:nvSpPr>
          <p:spPr>
            <a:xfrm>
              <a:off x="3563691" y="3978503"/>
              <a:ext cx="22591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699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5856</TotalTime>
  <Words>1482</Words>
  <Application>Microsoft Office PowerPoint</Application>
  <PresentationFormat>On-screen Show (16:9)</PresentationFormat>
  <Paragraphs>406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Wingdings</vt:lpstr>
      <vt:lpstr>Anek Malayalam</vt:lpstr>
      <vt:lpstr>Courier New</vt:lpstr>
      <vt:lpstr>Arial</vt:lpstr>
      <vt:lpstr>Anek Malayalam SemiBold</vt:lpstr>
      <vt:lpstr>Helvetica Neue</vt:lpstr>
      <vt:lpstr>Simple Light</vt:lpstr>
      <vt:lpstr>Serial Peripheral Interface - SPI</vt:lpstr>
      <vt:lpstr>SPI</vt:lpstr>
      <vt:lpstr>SPI – Common Usage </vt:lpstr>
      <vt:lpstr>SPI Protocol</vt:lpstr>
      <vt:lpstr>ATMEGA 328 Pin mapping</vt:lpstr>
      <vt:lpstr>Useful Registers </vt:lpstr>
      <vt:lpstr>SPCR – SPI Control Register</vt:lpstr>
      <vt:lpstr>SPI Clock rate Table</vt:lpstr>
      <vt:lpstr>SPSR – SPI Status Register</vt:lpstr>
      <vt:lpstr>Steps to configure SPI in ATMega 328 (Master) – Step1: Understand the pins</vt:lpstr>
      <vt:lpstr>Step 2: Set the Pin directions</vt:lpstr>
      <vt:lpstr>Step3 : Enable SPI and configure as master</vt:lpstr>
      <vt:lpstr>Step4 :  (Optional) Double the SPI Clock Speed </vt:lpstr>
      <vt:lpstr>Step 5 :  Transmit and Receive Data </vt:lpstr>
      <vt:lpstr>Step 6 : Handle the SS (Slave Select) Pin </vt:lpstr>
      <vt:lpstr>Data Transfer in SPI</vt:lpstr>
      <vt:lpstr>How SPIF is cleared ?</vt:lpstr>
      <vt:lpstr>BMP 280</vt:lpstr>
      <vt:lpstr>Electrical Parameters</vt:lpstr>
      <vt:lpstr>BMP 280 Pinout</vt:lpstr>
      <vt:lpstr>Reading and Writing –BMP 280</vt:lpstr>
      <vt:lpstr>Reading and Writing –BMP 280</vt:lpstr>
      <vt:lpstr>Role of Registers in BMP 280</vt:lpstr>
      <vt:lpstr>Read the Chip id of BMP 280</vt:lpstr>
      <vt:lpstr>Display ChipID in Serial Monitor(UART)</vt:lpstr>
      <vt:lpstr>Read Temperature Value from BMP 280</vt:lpstr>
      <vt:lpstr>Read Temperature Value from BMP 280</vt:lpstr>
      <vt:lpstr>What if your BMP 280 is in sleep mode</vt:lpstr>
      <vt:lpstr>Get Temperature Compensation values </vt:lpstr>
      <vt:lpstr>Temperature compensation Formula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2025-11-10T16:21:49Z</dcterms:modified>
</cp:coreProperties>
</file>