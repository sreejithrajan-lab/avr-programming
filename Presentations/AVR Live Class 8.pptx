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15"/>
  </p:notesMasterIdLst>
  <p:sldIdLst>
    <p:sldId id="256" r:id="rId2"/>
    <p:sldId id="293" r:id="rId3"/>
    <p:sldId id="282" r:id="rId4"/>
    <p:sldId id="299" r:id="rId5"/>
    <p:sldId id="300" r:id="rId6"/>
    <p:sldId id="297" r:id="rId7"/>
    <p:sldId id="301" r:id="rId8"/>
    <p:sldId id="296" r:id="rId9"/>
    <p:sldId id="258" r:id="rId10"/>
    <p:sldId id="285" r:id="rId11"/>
    <p:sldId id="298" r:id="rId12"/>
    <p:sldId id="302" r:id="rId13"/>
    <p:sldId id="264" r:id="rId14"/>
  </p:sldIdLst>
  <p:sldSz cx="9144000" cy="5143500" type="screen16x9"/>
  <p:notesSz cx="6858000" cy="9144000"/>
  <p:embeddedFontLst>
    <p:embeddedFont>
      <p:font typeface="Anek Malayalam" panose="020B0604020202020204" charset="0"/>
      <p:regular r:id="rId16"/>
      <p:bold r:id="rId17"/>
    </p:embeddedFont>
    <p:embeddedFont>
      <p:font typeface="Anek Malayalam SemiBold" panose="020B0604020202020204" charset="0"/>
      <p:regular r:id="rId18"/>
      <p:bold r:id="rId19"/>
    </p:embeddedFont>
    <p:embeddedFont>
      <p:font typeface="Cambria Math" panose="02040503050406030204" pitchFamily="18" charset="0"/>
      <p:regular r:id="rId20"/>
    </p:embeddedFont>
    <p:embeddedFont>
      <p:font typeface="Helvetica Neue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39D012-F19B-4482-AF87-F2176E9F514A}" v="13" dt="2025-11-29T14:31:38.5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jith Rajan" userId="ec11bca0e4bee75f" providerId="LiveId" clId="{7B4F392D-EAB3-4CE7-903E-F84869825F47}"/>
    <pc:docChg chg="undo custSel addSld delSld modSld sldOrd">
      <pc:chgData name="Sreejith Rajan" userId="ec11bca0e4bee75f" providerId="LiveId" clId="{7B4F392D-EAB3-4CE7-903E-F84869825F47}" dt="2025-11-29T15:32:23.817" v="2667" actId="20577"/>
      <pc:docMkLst>
        <pc:docMk/>
      </pc:docMkLst>
      <pc:sldChg chg="modSp del mod">
        <pc:chgData name="Sreejith Rajan" userId="ec11bca0e4bee75f" providerId="LiveId" clId="{7B4F392D-EAB3-4CE7-903E-F84869825F47}" dt="2025-11-29T13:34:44.760" v="2420" actId="47"/>
        <pc:sldMkLst>
          <pc:docMk/>
          <pc:sldMk cId="1255739614" sldId="295"/>
        </pc:sldMkLst>
        <pc:spChg chg="mod">
          <ac:chgData name="Sreejith Rajan" userId="ec11bca0e4bee75f" providerId="LiveId" clId="{7B4F392D-EAB3-4CE7-903E-F84869825F47}" dt="2025-11-29T13:16:07.736" v="2286" actId="20577"/>
          <ac:spMkLst>
            <pc:docMk/>
            <pc:sldMk cId="1255739614" sldId="295"/>
            <ac:spMk id="54" creationId="{30DA5EE7-6660-CD87-865D-D50168C59BB5}"/>
          </ac:spMkLst>
        </pc:spChg>
      </pc:sldChg>
      <pc:sldChg chg="modSp add mod">
        <pc:chgData name="Sreejith Rajan" userId="ec11bca0e4bee75f" providerId="LiveId" clId="{7B4F392D-EAB3-4CE7-903E-F84869825F47}" dt="2025-11-29T13:30:51.797" v="2352" actId="20577"/>
        <pc:sldMkLst>
          <pc:docMk/>
          <pc:sldMk cId="1472709791" sldId="296"/>
        </pc:sldMkLst>
        <pc:spChg chg="mod">
          <ac:chgData name="Sreejith Rajan" userId="ec11bca0e4bee75f" providerId="LiveId" clId="{7B4F392D-EAB3-4CE7-903E-F84869825F47}" dt="2025-11-29T13:30:51.797" v="2352" actId="20577"/>
          <ac:spMkLst>
            <pc:docMk/>
            <pc:sldMk cId="1472709791" sldId="296"/>
            <ac:spMk id="55" creationId="{09CBB3F5-A523-3008-B661-E07DF3FA11E6}"/>
          </ac:spMkLst>
        </pc:spChg>
      </pc:sldChg>
      <pc:sldChg chg="addSp delSp modSp mod ord">
        <pc:chgData name="Sreejith Rajan" userId="ec11bca0e4bee75f" providerId="LiveId" clId="{7B4F392D-EAB3-4CE7-903E-F84869825F47}" dt="2025-11-29T14:31:56.614" v="2438" actId="1076"/>
        <pc:sldMkLst>
          <pc:docMk/>
          <pc:sldMk cId="2957352177" sldId="297"/>
        </pc:sldMkLst>
        <pc:spChg chg="del mod">
          <ac:chgData name="Sreejith Rajan" userId="ec11bca0e4bee75f" providerId="LiveId" clId="{7B4F392D-EAB3-4CE7-903E-F84869825F47}" dt="2025-11-29T14:31:28.484" v="2432" actId="478"/>
          <ac:spMkLst>
            <pc:docMk/>
            <pc:sldMk cId="2957352177" sldId="297"/>
            <ac:spMk id="55" creationId="{2098EACB-53C4-E0DB-A70B-D0A9993E17EF}"/>
          </ac:spMkLst>
        </pc:spChg>
        <pc:graphicFrameChg chg="add mod modGraphic">
          <ac:chgData name="Sreejith Rajan" userId="ec11bca0e4bee75f" providerId="LiveId" clId="{7B4F392D-EAB3-4CE7-903E-F84869825F47}" dt="2025-11-29T14:31:56.614" v="2438" actId="1076"/>
          <ac:graphicFrameMkLst>
            <pc:docMk/>
            <pc:sldMk cId="2957352177" sldId="297"/>
            <ac:graphicFrameMk id="4" creationId="{AA0C860D-DD57-0428-CC84-A022984C5D96}"/>
          </ac:graphicFrameMkLst>
        </pc:graphicFrameChg>
        <pc:picChg chg="add del mod">
          <ac:chgData name="Sreejith Rajan" userId="ec11bca0e4bee75f" providerId="LiveId" clId="{7B4F392D-EAB3-4CE7-903E-F84869825F47}" dt="2025-11-29T14:24:42.620" v="2425" actId="478"/>
          <ac:picMkLst>
            <pc:docMk/>
            <pc:sldMk cId="2957352177" sldId="297"/>
            <ac:picMk id="3" creationId="{F92DFCCF-1F99-07CA-9231-417B3BC3A7F6}"/>
          </ac:picMkLst>
        </pc:picChg>
      </pc:sldChg>
      <pc:sldChg chg="addSp modSp add mod ord">
        <pc:chgData name="Sreejith Rajan" userId="ec11bca0e4bee75f" providerId="LiveId" clId="{7B4F392D-EAB3-4CE7-903E-F84869825F47}" dt="2025-11-29T13:34:25.350" v="2401" actId="20577"/>
        <pc:sldMkLst>
          <pc:docMk/>
          <pc:sldMk cId="1542529864" sldId="299"/>
        </pc:sldMkLst>
        <pc:spChg chg="mod">
          <ac:chgData name="Sreejith Rajan" userId="ec11bca0e4bee75f" providerId="LiveId" clId="{7B4F392D-EAB3-4CE7-903E-F84869825F47}" dt="2025-11-29T13:33:51.990" v="2373" actId="20577"/>
          <ac:spMkLst>
            <pc:docMk/>
            <pc:sldMk cId="1542529864" sldId="299"/>
            <ac:spMk id="54" creationId="{C7928DC8-E13F-2991-8EA4-0C6925F8EE6C}"/>
          </ac:spMkLst>
        </pc:spChg>
        <pc:spChg chg="mod">
          <ac:chgData name="Sreejith Rajan" userId="ec11bca0e4bee75f" providerId="LiveId" clId="{7B4F392D-EAB3-4CE7-903E-F84869825F47}" dt="2025-11-29T13:34:25.350" v="2401" actId="20577"/>
          <ac:spMkLst>
            <pc:docMk/>
            <pc:sldMk cId="1542529864" sldId="299"/>
            <ac:spMk id="55" creationId="{3AF1126F-07D6-CEB2-8861-513FA81FB544}"/>
          </ac:spMkLst>
        </pc:spChg>
        <pc:picChg chg="add mod">
          <ac:chgData name="Sreejith Rajan" userId="ec11bca0e4bee75f" providerId="LiveId" clId="{7B4F392D-EAB3-4CE7-903E-F84869825F47}" dt="2025-11-29T13:28:36.112" v="2344" actId="1076"/>
          <ac:picMkLst>
            <pc:docMk/>
            <pc:sldMk cId="1542529864" sldId="299"/>
            <ac:picMk id="3" creationId="{FB83019C-ACF8-3F44-7281-A9CA1792F20E}"/>
          </ac:picMkLst>
        </pc:picChg>
      </pc:sldChg>
      <pc:sldChg chg="addSp delSp modSp add mod ord">
        <pc:chgData name="Sreejith Rajan" userId="ec11bca0e4bee75f" providerId="LiveId" clId="{7B4F392D-EAB3-4CE7-903E-F84869825F47}" dt="2025-11-29T13:34:37.190" v="2419" actId="20577"/>
        <pc:sldMkLst>
          <pc:docMk/>
          <pc:sldMk cId="988321391" sldId="300"/>
        </pc:sldMkLst>
        <pc:spChg chg="add del mod">
          <ac:chgData name="Sreejith Rajan" userId="ec11bca0e4bee75f" providerId="LiveId" clId="{7B4F392D-EAB3-4CE7-903E-F84869825F47}" dt="2025-11-29T13:29:15.677" v="2350" actId="478"/>
          <ac:spMkLst>
            <pc:docMk/>
            <pc:sldMk cId="988321391" sldId="300"/>
            <ac:spMk id="8" creationId="{3505DB15-71CE-CC55-D613-73F43082C057}"/>
          </ac:spMkLst>
        </pc:spChg>
        <pc:spChg chg="mod">
          <ac:chgData name="Sreejith Rajan" userId="ec11bca0e4bee75f" providerId="LiveId" clId="{7B4F392D-EAB3-4CE7-903E-F84869825F47}" dt="2025-11-29T13:34:00.548" v="2385" actId="20577"/>
          <ac:spMkLst>
            <pc:docMk/>
            <pc:sldMk cId="988321391" sldId="300"/>
            <ac:spMk id="54" creationId="{0E0B9E82-8A35-E70E-6693-3E87831442CA}"/>
          </ac:spMkLst>
        </pc:spChg>
        <pc:spChg chg="add del mod">
          <ac:chgData name="Sreejith Rajan" userId="ec11bca0e4bee75f" providerId="LiveId" clId="{7B4F392D-EAB3-4CE7-903E-F84869825F47}" dt="2025-11-29T13:34:37.190" v="2419" actId="20577"/>
          <ac:spMkLst>
            <pc:docMk/>
            <pc:sldMk cId="988321391" sldId="300"/>
            <ac:spMk id="55" creationId="{EB88BF98-861C-8470-0E43-431DC38938BE}"/>
          </ac:spMkLst>
        </pc:spChg>
        <pc:picChg chg="del">
          <ac:chgData name="Sreejith Rajan" userId="ec11bca0e4bee75f" providerId="LiveId" clId="{7B4F392D-EAB3-4CE7-903E-F84869825F47}" dt="2025-11-29T13:22:17.099" v="2336" actId="478"/>
          <ac:picMkLst>
            <pc:docMk/>
            <pc:sldMk cId="988321391" sldId="300"/>
            <ac:picMk id="3" creationId="{2F2FF3CF-C32E-CB96-2D3B-CAD4010173D4}"/>
          </ac:picMkLst>
        </pc:picChg>
        <pc:picChg chg="add del mod">
          <ac:chgData name="Sreejith Rajan" userId="ec11bca0e4bee75f" providerId="LiveId" clId="{7B4F392D-EAB3-4CE7-903E-F84869825F47}" dt="2025-11-29T13:22:34.138" v="2338" actId="478"/>
          <ac:picMkLst>
            <pc:docMk/>
            <pc:sldMk cId="988321391" sldId="300"/>
            <ac:picMk id="4" creationId="{7294D718-FBF5-C41A-BEC5-F74B055AECD8}"/>
          </ac:picMkLst>
        </pc:picChg>
        <pc:picChg chg="add mod">
          <ac:chgData name="Sreejith Rajan" userId="ec11bca0e4bee75f" providerId="LiveId" clId="{7B4F392D-EAB3-4CE7-903E-F84869825F47}" dt="2025-11-29T13:29:01.113" v="2346" actId="1076"/>
          <ac:picMkLst>
            <pc:docMk/>
            <pc:sldMk cId="988321391" sldId="300"/>
            <ac:picMk id="6" creationId="{68C82DA3-DF1D-05D6-0D17-121E490BCB9B}"/>
          </ac:picMkLst>
        </pc:picChg>
      </pc:sldChg>
      <pc:sldChg chg="modSp add mod">
        <pc:chgData name="Sreejith Rajan" userId="ec11bca0e4bee75f" providerId="LiveId" clId="{7B4F392D-EAB3-4CE7-903E-F84869825F47}" dt="2025-11-29T14:32:04.565" v="2439" actId="20577"/>
        <pc:sldMkLst>
          <pc:docMk/>
          <pc:sldMk cId="668661736" sldId="301"/>
        </pc:sldMkLst>
        <pc:spChg chg="mod">
          <ac:chgData name="Sreejith Rajan" userId="ec11bca0e4bee75f" providerId="LiveId" clId="{7B4F392D-EAB3-4CE7-903E-F84869825F47}" dt="2025-11-29T14:32:04.565" v="2439" actId="20577"/>
          <ac:spMkLst>
            <pc:docMk/>
            <pc:sldMk cId="668661736" sldId="301"/>
            <ac:spMk id="55" creationId="{6B9686C3-835E-9639-2AA7-D0B611D0485D}"/>
          </ac:spMkLst>
        </pc:spChg>
      </pc:sldChg>
      <pc:sldChg chg="modSp new mod">
        <pc:chgData name="Sreejith Rajan" userId="ec11bca0e4bee75f" providerId="LiveId" clId="{7B4F392D-EAB3-4CE7-903E-F84869825F47}" dt="2025-11-29T15:32:23.817" v="2667" actId="20577"/>
        <pc:sldMkLst>
          <pc:docMk/>
          <pc:sldMk cId="2168209001" sldId="302"/>
        </pc:sldMkLst>
        <pc:spChg chg="mod">
          <ac:chgData name="Sreejith Rajan" userId="ec11bca0e4bee75f" providerId="LiveId" clId="{7B4F392D-EAB3-4CE7-903E-F84869825F47}" dt="2025-11-29T15:32:23.817" v="2667" actId="20577"/>
          <ac:spMkLst>
            <pc:docMk/>
            <pc:sldMk cId="2168209001" sldId="302"/>
            <ac:spMk id="2" creationId="{004D21FA-FB07-B556-EAC7-51D79FFCFB6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479FE72-E56D-3EFF-D8CC-FBD5F935F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7BA6A8DA-24D0-49CB-7B6B-4F2A3F68E4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1E7AE680-05B7-EE6A-974C-7866C57CE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4263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EC7F45F-22FB-8B83-798F-03C0738C9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10A1F72C-DBCA-73D5-4319-A7FDC2A00A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E036135E-791A-84AF-0BEC-1D06AB018C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7273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22A252D-0DF9-C71B-3F68-68CA3EAB9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71793C20-7D87-CC9B-3DB2-29CF6DB36C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9309BAE0-EF8A-5941-D85F-B1ABEA6876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3713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C97CAC0-0DC8-81E8-E1B3-F25FB42CE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7B8B5BED-72C4-D1F1-32B7-0D25F52863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8997FC44-5567-F6C8-60A6-1A105BEB20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6500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ED3FED9-2F82-509B-27F7-8E6A97432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CA66DD46-57EF-D849-6125-37DE293F70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D781E241-0D76-74C0-1607-78FFF7029C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1365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3A7C904-5D6D-2146-2E2D-A8BB9B5A1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38D3B9B9-53AB-2ECE-119A-FA6B09571E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EE9DA16C-D4BC-8445-9C46-BA44708DF6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25729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E6D6AB0-ED99-4C25-9053-C556A66D6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2F5130FD-80DA-B0F9-10A2-9C0AFE4973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C5381CAE-4C6C-A190-74CC-FB0534051A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4815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2ff2b50d28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2ff2b50d28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F83276EB-F4B2-D99E-34FD-B8BFA3D31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2ff2b50d283_0_13:notes">
            <a:extLst>
              <a:ext uri="{FF2B5EF4-FFF2-40B4-BE49-F238E27FC236}">
                <a16:creationId xmlns:a16="http://schemas.microsoft.com/office/drawing/2014/main" id="{800C32EA-A2AE-AC0A-696F-31B96CA369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2ff2b50d283_0_13:notes">
            <a:extLst>
              <a:ext uri="{FF2B5EF4-FFF2-40B4-BE49-F238E27FC236}">
                <a16:creationId xmlns:a16="http://schemas.microsoft.com/office/drawing/2014/main" id="{E988F3D7-7EBF-EA1C-A6D6-C91C3C571C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25591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54B8DF1C-1316-4B88-E0B4-AAB4FDDE1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2ff2b50d283_0_13:notes">
            <a:extLst>
              <a:ext uri="{FF2B5EF4-FFF2-40B4-BE49-F238E27FC236}">
                <a16:creationId xmlns:a16="http://schemas.microsoft.com/office/drawing/2014/main" id="{433E7CFC-4C96-6749-9159-DCF56AE676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2ff2b50d283_0_13:notes">
            <a:extLst>
              <a:ext uri="{FF2B5EF4-FFF2-40B4-BE49-F238E27FC236}">
                <a16:creationId xmlns:a16="http://schemas.microsoft.com/office/drawing/2014/main" id="{6E8BC523-C8D8-DE53-8DC6-4755EB09CC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38479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f2b50d28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f2b50d283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Heading &amp; Faculty Nam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Anek Malayalam SemiBold"/>
              <a:buNone/>
              <a:defRPr sz="4000">
                <a:latin typeface="Anek Malayalam SemiBold"/>
                <a:ea typeface="Anek Malayalam SemiBold"/>
                <a:cs typeface="Anek Malayalam SemiBold"/>
                <a:sym typeface="Anek Malayalam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Anek Malayalam"/>
              <a:buNone/>
              <a:defRPr sz="2600" b="1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2698250" y="1152475"/>
            <a:ext cx="5905500" cy="24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Anek Malayalam"/>
              <a:buNone/>
              <a:defRPr sz="2600" b="1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2731850" y="2066275"/>
            <a:ext cx="602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ek Malayalam"/>
              <a:buNone/>
              <a:defRPr sz="2800" b="1">
                <a:solidFill>
                  <a:schemeClr val="accent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98250" y="1074550"/>
            <a:ext cx="5905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ek Malayalam"/>
              <a:buChar char="●"/>
              <a:defRPr sz="1800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2286000" cy="513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ek Malayalam"/>
              <a:ea typeface="Anek Malayalam"/>
              <a:cs typeface="Anek Malayalam"/>
              <a:sym typeface="Anek Malayalam"/>
            </a:endParaRPr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8">
            <a:alphaModFix/>
          </a:blip>
          <a:srcRect l="3279" r="3288"/>
          <a:stretch/>
        </p:blipFill>
        <p:spPr>
          <a:xfrm>
            <a:off x="601275" y="338099"/>
            <a:ext cx="1083450" cy="4551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PWM-PULSE WIDTH MODULATION</a:t>
            </a:r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Dr.Sreejith Rajan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6AE57D2-A71B-85BF-7C1E-583A084D0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9DF19AD3-EF11-9DCE-2D34-41B14C706D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		       PWM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BAEA60A2-6523-62E4-B4D3-4E0BF968E4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8250" y="1152474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r>
              <a:rPr lang="en-US" sz="2000" dirty="0"/>
              <a:t>PWM = a method to control the </a:t>
            </a:r>
            <a:r>
              <a:rPr lang="en-US" sz="2000" b="1" dirty="0"/>
              <a:t>average power delivered</a:t>
            </a:r>
            <a:r>
              <a:rPr lang="en-US" sz="2000" dirty="0"/>
              <a:t> to a device by switching a digital signal </a:t>
            </a:r>
            <a:r>
              <a:rPr lang="en-US" sz="2000" b="1" dirty="0"/>
              <a:t>ON and OFF very fast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The “on-time” ratio (</a:t>
            </a:r>
            <a:r>
              <a:rPr lang="en-US" sz="2000" b="1" dirty="0"/>
              <a:t>duty cycle</a:t>
            </a:r>
            <a:r>
              <a:rPr lang="en-US" sz="2000" dirty="0"/>
              <a:t>) controls the effective output.</a:t>
            </a:r>
          </a:p>
          <a:p>
            <a:endParaRPr lang="en-US" sz="2000" dirty="0"/>
          </a:p>
          <a:p>
            <a:r>
              <a:rPr lang="en-US" sz="2000" dirty="0"/>
              <a:t>The frequency is high enough that the load (LED, motor, etc.) only sees a </a:t>
            </a:r>
            <a:r>
              <a:rPr lang="en-US" sz="2000" b="1" dirty="0"/>
              <a:t>smooth average voltage</a:t>
            </a:r>
            <a:r>
              <a:rPr lang="en-US" sz="2000" dirty="0"/>
              <a:t>.</a:t>
            </a:r>
          </a:p>
          <a:p>
            <a:pPr marL="101600" indent="0">
              <a:buSzPts val="2000"/>
              <a:buNone/>
            </a:pPr>
            <a:endParaRPr lang="en-IN" sz="2000" dirty="0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44500">
              <a:buSzPts val="2000"/>
            </a:pPr>
            <a:endParaRPr sz="20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886088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33E41AE-3E35-FB62-FF2F-404B2109A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9283C473-62FC-4E7F-0537-4DF7FFC8FA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PWM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CDBEBA7C-FD1D-B57A-1E7D-B25370E3E2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8250" y="1152474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86915B-E876-2A8D-A472-4D65396F9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8250" y="1152474"/>
            <a:ext cx="5971303" cy="296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396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EB86F16-7B4A-E98A-792D-FDF549C5B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C7928DC8-E13F-2991-8EA4-0C6925F8EE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0824" y="295015"/>
            <a:ext cx="650370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Fast PWM 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3AF1126F-07D6-CEB2-8861-513FA81FB5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8250" y="1152474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1600" indent="0">
              <a:buSzPts val="2000"/>
              <a:buNone/>
            </a:pPr>
            <a:r>
              <a:rPr lang="en-IN" sz="2000" dirty="0" err="1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r>
              <a:rPr lang="en-IN" sz="2000" baseline="-25000" dirty="0" err="1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pwm</a:t>
            </a:r>
            <a:r>
              <a:rPr lang="en-IN" sz="2000" dirty="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 </a:t>
            </a:r>
            <a:r>
              <a:rPr lang="en-IN" sz="2000" dirty="0" err="1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r>
              <a:rPr lang="en-IN" sz="2000" baseline="-25000" dirty="0" err="1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clk</a:t>
            </a:r>
            <a:r>
              <a:rPr lang="en-IN" sz="2000" dirty="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/(N x 256); N= </a:t>
            </a:r>
            <a:r>
              <a:rPr lang="en-IN" sz="2000" dirty="0" err="1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Prescalar</a:t>
            </a:r>
            <a:endParaRPr lang="en-IN" sz="2000" dirty="0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01600" indent="0">
              <a:buSzPts val="2000"/>
              <a:buNone/>
            </a:pPr>
            <a:endParaRPr sz="2000" dirty="0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83019C-ACF8-3F44-7281-A9CA1792F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511" y="1674068"/>
            <a:ext cx="4294978" cy="311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529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E173BAB-AE4F-5DD7-197D-2AA0A172E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0E0B9E82-8A35-E70E-6693-3E87831442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0824" y="295015"/>
            <a:ext cx="650370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Phase Correct PWM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EB88BF98-861C-8470-0E43-431DC38938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8250" y="1152474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1600" indent="0">
              <a:buSzPts val="2000"/>
              <a:buNone/>
            </a:pPr>
            <a:r>
              <a:rPr lang="en-IN" sz="2000" dirty="0" err="1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r>
              <a:rPr lang="en-IN" sz="2000" baseline="-25000" dirty="0" err="1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pwm</a:t>
            </a:r>
            <a:r>
              <a:rPr lang="en-IN" sz="2000" dirty="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 </a:t>
            </a:r>
            <a:r>
              <a:rPr lang="en-IN" sz="2000" dirty="0" err="1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r>
              <a:rPr lang="en-IN" sz="2000" baseline="-25000" dirty="0" err="1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clk</a:t>
            </a:r>
            <a:r>
              <a:rPr lang="en-IN" sz="2000" dirty="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/(2xN x 256) ; N = </a:t>
            </a:r>
            <a:r>
              <a:rPr lang="en-IN" sz="2000" dirty="0" err="1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Prescalar</a:t>
            </a:r>
            <a:endParaRPr lang="en-IN" sz="2000" dirty="0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01600" indent="0">
              <a:buSzPts val="2000"/>
              <a:buNone/>
            </a:pPr>
            <a:endParaRPr sz="2000" dirty="0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C82DA3-DF1D-05D6-0D17-121E490BC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3669" y="1766604"/>
            <a:ext cx="5198014" cy="319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321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4585B45-8E10-53C2-CA4C-164CEC426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B99B92AD-4783-9494-3A62-3B2D9861BB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10870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Inverting and Noninverting PWM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0C860D-DD57-0428-CC84-A022984C5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864013"/>
              </p:ext>
            </p:extLst>
          </p:nvPr>
        </p:nvGraphicFramePr>
        <p:xfrm>
          <a:off x="2962767" y="1802323"/>
          <a:ext cx="5563048" cy="2295326"/>
        </p:xfrm>
        <a:graphic>
          <a:graphicData uri="http://schemas.openxmlformats.org/drawingml/2006/table">
            <a:tbl>
              <a:tblPr/>
              <a:tblGrid>
                <a:gridCol w="1036123">
                  <a:extLst>
                    <a:ext uri="{9D8B030D-6E8A-4147-A177-3AD203B41FA5}">
                      <a16:colId xmlns:a16="http://schemas.microsoft.com/office/drawing/2014/main" val="2871847296"/>
                    </a:ext>
                  </a:extLst>
                </a:gridCol>
                <a:gridCol w="1275008">
                  <a:extLst>
                    <a:ext uri="{9D8B030D-6E8A-4147-A177-3AD203B41FA5}">
                      <a16:colId xmlns:a16="http://schemas.microsoft.com/office/drawing/2014/main" val="252607999"/>
                    </a:ext>
                  </a:extLst>
                </a:gridCol>
                <a:gridCol w="1120462">
                  <a:extLst>
                    <a:ext uri="{9D8B030D-6E8A-4147-A177-3AD203B41FA5}">
                      <a16:colId xmlns:a16="http://schemas.microsoft.com/office/drawing/2014/main" val="87382814"/>
                    </a:ext>
                  </a:extLst>
                </a:gridCol>
                <a:gridCol w="2131455">
                  <a:extLst>
                    <a:ext uri="{9D8B030D-6E8A-4147-A177-3AD203B41FA5}">
                      <a16:colId xmlns:a16="http://schemas.microsoft.com/office/drawing/2014/main" val="4249406453"/>
                    </a:ext>
                  </a:extLst>
                </a:gridCol>
              </a:tblGrid>
              <a:tr h="259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87165"/>
                  </a:ext>
                </a:extLst>
              </a:tr>
              <a:tr h="622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Normal port operation (no PWM)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688366"/>
                  </a:ext>
                </a:extLst>
              </a:tr>
              <a:tr h="622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Toggle on Compare Match (not for PWM)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0707652"/>
                  </a:ext>
                </a:extLst>
              </a:tr>
              <a:tr h="4408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Non-inverting PWM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27690"/>
                  </a:ext>
                </a:extLst>
              </a:tr>
              <a:tr h="259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Inverting PWM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360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7352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1732C1B-4101-A78B-8998-0E6AE3C41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A80B68C1-8A66-CC8A-2E07-85E8159450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10870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Inverting and Noninverting PWM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6B9686C3-835E-9639-2AA7-D0B611D048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98250" y="1627079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673100" indent="-571500">
              <a:buSzPts val="2000"/>
            </a:pPr>
            <a:endParaRPr lang="pt-BR" sz="2000" dirty="0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73100" indent="-571500">
              <a:buSzPts val="2000"/>
            </a:pPr>
            <a:r>
              <a:rPr lang="pt-BR" sz="2000" dirty="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// Non-inverting COM0A1 =1</a:t>
            </a:r>
          </a:p>
          <a:p>
            <a:pPr marL="673100" indent="-571500">
              <a:buSzPts val="2000"/>
            </a:pPr>
            <a:endParaRPr lang="pt-BR" sz="2000" dirty="0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130300" lvl="1" indent="-571500">
              <a:buSzPts val="2000"/>
            </a:pPr>
            <a:r>
              <a:rPr lang="pt-BR" sz="1600" dirty="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TCCR0A |= (1 &lt;&lt; COM0A1);</a:t>
            </a:r>
          </a:p>
          <a:p>
            <a:pPr marL="673100" indent="-571500">
              <a:buSzPts val="2000"/>
            </a:pPr>
            <a:endParaRPr lang="pt-BR" sz="2000" dirty="0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673100" indent="-571500">
              <a:buSzPts val="2000"/>
            </a:pPr>
            <a:r>
              <a:rPr lang="pt-BR" sz="2000" dirty="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// Inverting COM0A1 AND COM0A0 =1</a:t>
            </a:r>
          </a:p>
          <a:p>
            <a:pPr marL="673100" indent="-571500">
              <a:buSzPts val="2000"/>
            </a:pPr>
            <a:endParaRPr lang="pt-BR" sz="2000" dirty="0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1130300" lvl="1" indent="-571500">
              <a:buSzPts val="2000"/>
            </a:pPr>
            <a:r>
              <a:rPr lang="pt-BR" sz="1600" dirty="0">
                <a:solidFill>
                  <a:schemeClr val="accent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TCCR0A |= (1 &lt;&lt; COM0A1) | (1 &lt;&lt; COM0A0);</a:t>
            </a:r>
            <a:endParaRPr lang="en-IN" sz="1600" dirty="0">
              <a:solidFill>
                <a:schemeClr val="accent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668661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E7AC79A-BB8A-1CA1-6163-8327D1BA2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2C8E0C1C-1D00-3A9F-C353-20CA232981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PWM duty cycle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Google Shape;55;p11">
                <a:extLst>
                  <a:ext uri="{FF2B5EF4-FFF2-40B4-BE49-F238E27FC236}">
                    <a16:creationId xmlns:a16="http://schemas.microsoft.com/office/drawing/2014/main" id="{09CBB3F5-A523-3008-B661-E07DF3FA11E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698250" y="1152474"/>
                <a:ext cx="5905500" cy="3123311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673100" indent="-571500">
                  <a:buSzPts val="2000"/>
                </a:pPr>
                <a:r>
                  <a:rPr lang="en-IN" sz="2000" dirty="0">
                    <a:solidFill>
                      <a:schemeClr val="accent3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Represented as %</a:t>
                </a:r>
              </a:p>
              <a:p>
                <a:pPr marL="673100" indent="-571500">
                  <a:buSzPts val="2000"/>
                </a:pPr>
                <a:r>
                  <a:rPr lang="en-IN" sz="2000" dirty="0">
                    <a:solidFill>
                      <a:schemeClr val="accent3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So the count is calculated as % of the maximum count</a:t>
                </a:r>
              </a:p>
              <a:p>
                <a:pPr marL="673100" indent="-571500">
                  <a:buSzPts val="2000"/>
                </a:pPr>
                <a:r>
                  <a:rPr lang="en-IN" sz="2000" dirty="0">
                    <a:solidFill>
                      <a:schemeClr val="accent3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Duty Cycle = Ton/ (T</a:t>
                </a:r>
                <a:r>
                  <a:rPr lang="en-IN" sz="2000" baseline="-25000" dirty="0">
                    <a:solidFill>
                      <a:schemeClr val="accent3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on</a:t>
                </a:r>
                <a:r>
                  <a:rPr lang="en-IN" sz="2000" dirty="0">
                    <a:solidFill>
                      <a:schemeClr val="accent3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+T</a:t>
                </a:r>
                <a:r>
                  <a:rPr lang="en-IN" sz="2000" baseline="-25000" dirty="0">
                    <a:solidFill>
                      <a:schemeClr val="accent3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off</a:t>
                </a:r>
                <a:r>
                  <a:rPr lang="en-IN" sz="2000" dirty="0">
                    <a:solidFill>
                      <a:schemeClr val="accent3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) X 100</a:t>
                </a:r>
              </a:p>
              <a:p>
                <a:pPr marL="673100" indent="-571500">
                  <a:buSzPts val="2000"/>
                </a:pPr>
                <a:r>
                  <a:rPr lang="en-IN" sz="2000" dirty="0"/>
                  <a:t>Duty cycle (%)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𝑂𝐶𝑅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𝑇𝑂𝑃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×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IN" sz="2000" dirty="0">
                    <a:solidFill>
                      <a:schemeClr val="accent3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( in Timer 0 )</a:t>
                </a:r>
              </a:p>
              <a:p>
                <a:pPr marL="101600" indent="0">
                  <a:buSzPts val="2000"/>
                  <a:buNone/>
                </a:pPr>
                <a:endParaRPr lang="en-IN" sz="2000" dirty="0">
                  <a:solidFill>
                    <a:schemeClr val="accent3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  <a:p>
                <a:pPr marL="673100" indent="-571500">
                  <a:buSzPts val="2000"/>
                </a:pPr>
                <a:r>
                  <a:rPr lang="en-IN" sz="2000" dirty="0">
                    <a:solidFill>
                      <a:schemeClr val="accent3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rPr>
                  <a:t>FAST PWM and Phase Correct PWM Concept</a:t>
                </a:r>
                <a:endParaRPr sz="2000" dirty="0">
                  <a:solidFill>
                    <a:schemeClr val="accent3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</mc:Choice>
        <mc:Fallback>
          <p:sp>
            <p:nvSpPr>
              <p:cNvPr id="55" name="Google Shape;55;p11">
                <a:extLst>
                  <a:ext uri="{FF2B5EF4-FFF2-40B4-BE49-F238E27FC236}">
                    <a16:creationId xmlns:a16="http://schemas.microsoft.com/office/drawing/2014/main" id="{09CBB3F5-A523-3008-B661-E07DF3FA11E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698250" y="1152474"/>
                <a:ext cx="5905500" cy="3123311"/>
              </a:xfrm>
              <a:prstGeom prst="rect">
                <a:avLst/>
              </a:prstGeom>
              <a:blipFill>
                <a:blip r:embed="rId3"/>
                <a:stretch>
                  <a:fillRect b="-3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2709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AVR Timer 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" name="Google Shape;47;p10"/>
          <p:cNvSpPr txBox="1"/>
          <p:nvPr/>
        </p:nvSpPr>
        <p:spPr>
          <a:xfrm>
            <a:off x="2636951" y="1109166"/>
            <a:ext cx="5274000" cy="30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endParaRPr lang="en-US" sz="2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F74B4C-E0C7-DF56-73A9-85DF4FA43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267" y="939800"/>
            <a:ext cx="4810257" cy="41090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B5F0FD63-E2C6-3346-9533-4F323DCCD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>
            <a:extLst>
              <a:ext uri="{FF2B5EF4-FFF2-40B4-BE49-F238E27FC236}">
                <a16:creationId xmlns:a16="http://schemas.microsoft.com/office/drawing/2014/main" id="{AD0C9125-2529-87A6-A821-EF0157BECE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ATMEGA 328 TCCR 0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" name="Google Shape;47;p10">
            <a:extLst>
              <a:ext uri="{FF2B5EF4-FFF2-40B4-BE49-F238E27FC236}">
                <a16:creationId xmlns:a16="http://schemas.microsoft.com/office/drawing/2014/main" id="{E974ABAE-A1E9-5AF4-4F05-9A6B3B72156A}"/>
              </a:ext>
            </a:extLst>
          </p:cNvPr>
          <p:cNvSpPr txBox="1"/>
          <p:nvPr/>
        </p:nvSpPr>
        <p:spPr>
          <a:xfrm>
            <a:off x="2926725" y="1057650"/>
            <a:ext cx="5274000" cy="30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45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A15A76-7B21-037E-1031-980EB6A2B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8250" y="1636745"/>
            <a:ext cx="6021172" cy="177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709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C9F305B8-3D07-4351-6D66-D5B8ECD1F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>
            <a:extLst>
              <a:ext uri="{FF2B5EF4-FFF2-40B4-BE49-F238E27FC236}">
                <a16:creationId xmlns:a16="http://schemas.microsoft.com/office/drawing/2014/main" id="{9A579AF7-4051-6167-3D0A-4D25C2B6F5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10975" y="194825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 us Code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" name="Google Shape;47;p10">
            <a:extLst>
              <a:ext uri="{FF2B5EF4-FFF2-40B4-BE49-F238E27FC236}">
                <a16:creationId xmlns:a16="http://schemas.microsoft.com/office/drawing/2014/main" id="{E30FF108-42AE-A420-A9C5-909055950C75}"/>
              </a:ext>
            </a:extLst>
          </p:cNvPr>
          <p:cNvSpPr txBox="1"/>
          <p:nvPr/>
        </p:nvSpPr>
        <p:spPr>
          <a:xfrm>
            <a:off x="2926725" y="1057650"/>
            <a:ext cx="5274000" cy="30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45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816312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D21FA-FB07-B556-EAC7-51D79FFCF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249" y="367099"/>
            <a:ext cx="6065823" cy="3593155"/>
          </a:xfrm>
        </p:spPr>
        <p:txBody>
          <a:bodyPr>
            <a:normAutofit fontScale="90000"/>
          </a:bodyPr>
          <a:lstStyle/>
          <a:p>
            <a:r>
              <a:rPr lang="en-IN" dirty="0">
                <a:sym typeface="Wingdings" panose="05000000000000000000" pitchFamily="2" charset="2"/>
              </a:rPr>
              <a:t> </a:t>
            </a:r>
            <a:r>
              <a:rPr lang="en-IN" dirty="0"/>
              <a:t>Select appropriate PWM mode(FAST/ PHASE correct)</a:t>
            </a:r>
            <a:br>
              <a:rPr lang="en-IN" dirty="0"/>
            </a:br>
            <a:r>
              <a:rPr lang="en-IN" dirty="0">
                <a:sym typeface="Wingdings" panose="05000000000000000000" pitchFamily="2" charset="2"/>
              </a:rPr>
              <a:t> </a:t>
            </a:r>
            <a:r>
              <a:rPr lang="en-IN" dirty="0"/>
              <a:t>Select inverting or non-inverting</a:t>
            </a:r>
            <a:br>
              <a:rPr lang="en-IN" dirty="0"/>
            </a:br>
            <a:r>
              <a:rPr lang="en-IN" dirty="0">
                <a:sym typeface="Wingdings" panose="05000000000000000000" pitchFamily="2" charset="2"/>
              </a:rPr>
              <a:t></a:t>
            </a:r>
            <a:r>
              <a:rPr lang="en-IN" dirty="0"/>
              <a:t>Select </a:t>
            </a:r>
            <a:r>
              <a:rPr lang="en-IN" dirty="0" err="1"/>
              <a:t>prescalar</a:t>
            </a:r>
            <a:r>
              <a:rPr lang="en-IN" dirty="0"/>
              <a:t>(depending on the required PWM frequency)</a:t>
            </a:r>
            <a:br>
              <a:rPr lang="en-IN" dirty="0"/>
            </a:br>
            <a:r>
              <a:rPr lang="en-IN" dirty="0">
                <a:sym typeface="Wingdings" panose="05000000000000000000" pitchFamily="2" charset="2"/>
              </a:rPr>
              <a:t> Set </a:t>
            </a:r>
            <a:r>
              <a:rPr lang="en-IN" dirty="0" err="1">
                <a:sym typeface="Wingdings" panose="05000000000000000000" pitchFamily="2" charset="2"/>
              </a:rPr>
              <a:t>OCRx</a:t>
            </a:r>
            <a:r>
              <a:rPr lang="en-IN" dirty="0">
                <a:sym typeface="Wingdings" panose="05000000000000000000" pitchFamily="2" charset="2"/>
              </a:rPr>
              <a:t> depending on the </a:t>
            </a:r>
            <a:r>
              <a:rPr lang="en-IN">
                <a:sym typeface="Wingdings" panose="05000000000000000000" pitchFamily="2" charset="2"/>
              </a:rPr>
              <a:t>duty cycle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8209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2510200" y="1939350"/>
            <a:ext cx="6354600" cy="6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E2B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r>
              <a:rPr lang="en" sz="3200" b="1">
                <a:solidFill>
                  <a:srgbClr val="B0DA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200" b="1">
              <a:solidFill>
                <a:srgbClr val="B0DA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F0F0F0"/>
      </a:dk1>
      <a:lt1>
        <a:srgbClr val="121212"/>
      </a:lt1>
      <a:dk2>
        <a:srgbClr val="808080"/>
      </a:dk2>
      <a:lt2>
        <a:srgbClr val="4A4A4A"/>
      </a:lt2>
      <a:accent1>
        <a:srgbClr val="B0DAFF"/>
      </a:accent1>
      <a:accent2>
        <a:srgbClr val="33997D"/>
      </a:accent2>
      <a:accent3>
        <a:srgbClr val="F87B7C"/>
      </a:accent3>
      <a:accent4>
        <a:srgbClr val="9965AD"/>
      </a:accent4>
      <a:accent5>
        <a:srgbClr val="FFF2BC"/>
      </a:accent5>
      <a:accent6>
        <a:srgbClr val="FFE2B0"/>
      </a:accent6>
      <a:hlink>
        <a:srgbClr val="B0DA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1272</TotalTime>
  <Words>276</Words>
  <Application>Microsoft Office PowerPoint</Application>
  <PresentationFormat>On-screen Show (16:9)</PresentationFormat>
  <Paragraphs>55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Anek Malayalam</vt:lpstr>
      <vt:lpstr>Wingdings</vt:lpstr>
      <vt:lpstr>Anek Malayalam SemiBold</vt:lpstr>
      <vt:lpstr>Arial</vt:lpstr>
      <vt:lpstr>Helvetica Neue</vt:lpstr>
      <vt:lpstr>Cambria Math</vt:lpstr>
      <vt:lpstr>Simple Light</vt:lpstr>
      <vt:lpstr>PWM-PULSE WIDTH MODULATION</vt:lpstr>
      <vt:lpstr>         PWM</vt:lpstr>
      <vt:lpstr>PWM </vt:lpstr>
      <vt:lpstr>Fast PWM  </vt:lpstr>
      <vt:lpstr>Phase Correct PWM </vt:lpstr>
      <vt:lpstr>Inverting and Noninverting PWM </vt:lpstr>
      <vt:lpstr>Inverting and Noninverting PWM </vt:lpstr>
      <vt:lpstr>PWM duty cycle </vt:lpstr>
      <vt:lpstr>AVR Timer  </vt:lpstr>
      <vt:lpstr>ATMEGA 328 TCCR 0 </vt:lpstr>
      <vt:lpstr>Let us Code </vt:lpstr>
      <vt:lpstr> Select appropriate PWM mode(FAST/ PHASE correct)  Select inverting or non-inverting Select prescalar(depending on the required PWM frequency)  Set OCRx depending on the duty cycle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Sreejith Rajan</dc:creator>
  <cp:lastModifiedBy>Sreejith Rajan</cp:lastModifiedBy>
  <cp:revision>30</cp:revision>
  <dcterms:modified xsi:type="dcterms:W3CDTF">2025-11-29T15:32:25Z</dcterms:modified>
</cp:coreProperties>
</file>