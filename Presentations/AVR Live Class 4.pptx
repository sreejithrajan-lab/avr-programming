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7"/>
  </p:notesMasterIdLst>
  <p:sldIdLst>
    <p:sldId id="256" r:id="rId2"/>
    <p:sldId id="285" r:id="rId3"/>
    <p:sldId id="288" r:id="rId4"/>
    <p:sldId id="258" r:id="rId5"/>
    <p:sldId id="264" r:id="rId6"/>
  </p:sldIdLst>
  <p:sldSz cx="9144000" cy="5143500" type="screen16x9"/>
  <p:notesSz cx="6858000" cy="9144000"/>
  <p:embeddedFontLst>
    <p:embeddedFont>
      <p:font typeface="Anek Malayalam" panose="020B0604020202020204" charset="0"/>
      <p:regular r:id="rId8"/>
      <p:bold r:id="rId9"/>
    </p:embeddedFont>
    <p:embeddedFont>
      <p:font typeface="Anek Malayalam SemiBold" panose="020B0604020202020204" charset="0"/>
      <p:regular r:id="rId10"/>
      <p:bold r:id="rId11"/>
    </p:embeddedFont>
    <p:embeddedFont>
      <p:font typeface="Helvetica Neue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6-01-27T15:17:28.447" v="854" actId="478"/>
      <pc:docMkLst>
        <pc:docMk/>
      </pc:docMkLst>
      <pc:sldChg chg="delSp modSp add mod">
        <pc:chgData name="Sreejith Rajan" userId="ec11bca0e4bee75f" providerId="LiveId" clId="{7B4F392D-EAB3-4CE7-903E-F84869825F47}" dt="2026-01-27T15:17:28.447" v="854" actId="478"/>
        <pc:sldMkLst>
          <pc:docMk/>
          <pc:sldMk cId="153392908" sldId="288"/>
        </pc:sldMkLst>
        <pc:spChg chg="del">
          <ac:chgData name="Sreejith Rajan" userId="ec11bca0e4bee75f" providerId="LiveId" clId="{7B4F392D-EAB3-4CE7-903E-F84869825F47}" dt="2026-01-27T15:17:28.447" v="854" actId="478"/>
          <ac:spMkLst>
            <pc:docMk/>
            <pc:sldMk cId="153392908" sldId="288"/>
            <ac:spMk id="6" creationId="{67C0E55C-356C-441F-4A8F-04BEF61FE52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5EC8B30-A849-EFE4-9261-82931B58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C5BB6ECE-BA20-FB17-7E20-A068D2BD3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07F01260-F53E-035C-B424-0C98F470C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669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E93412F-E7EC-7C67-03D8-EBC56407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558CAC0D-A5A9-C8FC-3830-A111A7F972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D4F5635F-CFFA-165C-5D92-446A7D7FE1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8287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8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vrdudes/avrdude/releases/tag/v8.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AVRDUDE INSTALLATION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A33BF2E-560D-F8B5-6C7C-6E71572E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BD71BF94-80E9-B83A-06FD-F8B668F1F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Download and Setup</a:t>
            </a:r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6BEB0E42-D1CA-59A5-9488-2502CA7BE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87350" indent="-285750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Download the appropriate package from </a:t>
            </a:r>
          </a:p>
          <a:p>
            <a:pPr marL="101600" indent="0">
              <a:buSzPts val="2000"/>
              <a:buNone/>
            </a:pPr>
            <a:r>
              <a:rPr lang="fr-FR" dirty="0">
                <a:hlinkClick r:id="rId3"/>
              </a:rPr>
              <a:t>Release AVRDUDE v8.1 · </a:t>
            </a:r>
            <a:r>
              <a:rPr lang="fr-FR" dirty="0" err="1">
                <a:hlinkClick r:id="rId3"/>
              </a:rPr>
              <a:t>avrdudes</a:t>
            </a:r>
            <a:r>
              <a:rPr lang="fr-FR" dirty="0">
                <a:hlinkClick r:id="rId3"/>
              </a:rPr>
              <a:t>/avrdude</a:t>
            </a:r>
            <a:endParaRPr lang="fr-FR" dirty="0"/>
          </a:p>
          <a:p>
            <a:pPr marL="387350" indent="-285750">
              <a:buSzPts val="2000"/>
            </a:pPr>
            <a:r>
              <a:rPr lang="fr-FR" sz="18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Extract</a:t>
            </a:r>
            <a:r>
              <a:rPr lang="fr-FR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zip file </a:t>
            </a:r>
          </a:p>
          <a:p>
            <a:pPr marL="387350" indent="-285750">
              <a:buSzPts val="2000"/>
            </a:pP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 the folder to C: drive (Windows drive)</a:t>
            </a:r>
          </a:p>
          <a:p>
            <a:pPr marL="387350" indent="-285750">
              <a:buSzPts val="2000"/>
            </a:pPr>
            <a:r>
              <a:rPr lang="fr-FR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</a:t>
            </a: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folder location to </a:t>
            </a:r>
            <a:r>
              <a:rPr lang="fr-FR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</a:t>
            </a: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variables</a:t>
            </a:r>
          </a:p>
          <a:p>
            <a:pPr marL="844550" lvl="1" indent="-285750">
              <a:buSzPts val="2000"/>
            </a:pP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Settings </a:t>
            </a:r>
          </a:p>
          <a:p>
            <a:pPr marL="844550" lvl="1" indent="-285750">
              <a:buSzPts val="2000"/>
            </a:pP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Environment</a:t>
            </a: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variables</a:t>
            </a:r>
          </a:p>
          <a:p>
            <a:pPr marL="844550" lvl="1" indent="-285750">
              <a:buSzPts val="2000"/>
            </a:pP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</a:t>
            </a:r>
          </a:p>
          <a:p>
            <a:pPr marL="844550" lvl="1" indent="-285750">
              <a:buSzPts val="2000"/>
            </a:pPr>
            <a:r>
              <a:rPr lang="fr-FR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</a:t>
            </a: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new and paste the location </a:t>
            </a:r>
          </a:p>
          <a:p>
            <a:pPr marL="387350" indent="-285750">
              <a:buSzPts val="2000"/>
            </a:pPr>
            <a:endParaRPr lang="fr-FR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87350" indent="-285750">
              <a:buSzPts val="2000"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6899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15030A3-05F4-2611-8571-B179354D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E74DDDE8-2724-3C41-C62E-A22913C36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Upload hex files </a:t>
            </a:r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E5DA9BB1-CEAD-00DD-BA7F-1B8F8BCD7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87350" indent="-285750">
              <a:buSzPts val="2000"/>
            </a:pP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</a:t>
            </a:r>
            <a:r>
              <a:rPr lang="fr-FR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following</a:t>
            </a: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command </a:t>
            </a:r>
          </a:p>
          <a:p>
            <a:pPr marL="387350" indent="-285750">
              <a:buSzPts val="2000"/>
            </a:pPr>
            <a:endParaRPr lang="fr-FR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87350" indent="-285750">
              <a:buSzPts val="2000"/>
            </a:pP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avrdude -v -patmega328p -carduino -P COM6 -b115200 -D -U </a:t>
            </a:r>
            <a:r>
              <a:rPr lang="fr-FR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flash:w</a:t>
            </a: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 ’’yourfile.</a:t>
            </a:r>
            <a:r>
              <a:rPr lang="fr-FR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hex</a:t>
            </a:r>
            <a:r>
              <a:rPr lang="fr-FR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’’:i</a:t>
            </a:r>
          </a:p>
          <a:p>
            <a:pPr marL="387350" indent="-285750">
              <a:buSzPts val="2000"/>
            </a:pPr>
            <a:endParaRPr lang="fr-FR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87350" indent="-285750">
              <a:buSzPts val="2000"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B08AD-9F15-7491-05EA-899CD6C3A4AE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339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Wiring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/>
          <p:cNvSpPr txBox="1"/>
          <p:nvPr/>
        </p:nvSpPr>
        <p:spPr>
          <a:xfrm>
            <a:off x="2926724" y="1057650"/>
            <a:ext cx="6011213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E76831-C66A-DFFC-DA86-79190C9A6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250" y="939800"/>
            <a:ext cx="5905500" cy="41119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 dirty="0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 dirty="0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91425" rIns="91425" bIns="91425" anchor="t" anchorCtr="0">
        <a:noAutofit/>
      </a:bodyPr>
      <a:lstStyle>
        <a:defPPr marL="444500" indent="-342900" algn="l" rtl="0">
          <a:lnSpc>
            <a:spcPct val="115000"/>
          </a:lnSpc>
          <a:spcBef>
            <a:spcPts val="0"/>
          </a:spcBef>
          <a:spcAft>
            <a:spcPts val="0"/>
          </a:spcAft>
          <a:buClr>
            <a:schemeClr val="dk1"/>
          </a:buClr>
          <a:buSzPts val="2000"/>
          <a:buFont typeface="Arial" panose="020B0604020202020204" pitchFamily="34" charset="0"/>
          <a:buChar char="•"/>
          <a:defRPr sz="2000" dirty="0">
            <a:solidFill>
              <a:schemeClr val="dk1"/>
            </a:solidFill>
            <a:latin typeface="Helvetica Neue"/>
            <a:ea typeface="Helvetica Neue"/>
            <a:cs typeface="Helvetica Neue"/>
            <a:sym typeface="Helvetica Neue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92</Words>
  <Application>Microsoft Office PowerPoint</Application>
  <PresentationFormat>On-screen Show (16:9)</PresentationFormat>
  <Paragraphs>19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Anek Malayalam</vt:lpstr>
      <vt:lpstr>Helvetica Neue</vt:lpstr>
      <vt:lpstr>Anek Malayalam SemiBold</vt:lpstr>
      <vt:lpstr>Simple Light</vt:lpstr>
      <vt:lpstr>AVRDUDE INSTALLATION</vt:lpstr>
      <vt:lpstr>Download and Setup</vt:lpstr>
      <vt:lpstr>Upload hex files </vt:lpstr>
      <vt:lpstr>Wiring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29</cp:revision>
  <dcterms:modified xsi:type="dcterms:W3CDTF">2026-01-27T15:17:39Z</dcterms:modified>
</cp:coreProperties>
</file>