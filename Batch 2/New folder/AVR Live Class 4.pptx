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8"/>
  </p:notesMasterIdLst>
  <p:sldIdLst>
    <p:sldId id="256" r:id="rId2"/>
    <p:sldId id="258" r:id="rId3"/>
    <p:sldId id="285" r:id="rId4"/>
    <p:sldId id="286" r:id="rId5"/>
    <p:sldId id="287" r:id="rId6"/>
    <p:sldId id="264" r:id="rId7"/>
  </p:sldIdLst>
  <p:sldSz cx="9144000" cy="5143500" type="screen16x9"/>
  <p:notesSz cx="6858000" cy="9144000"/>
  <p:embeddedFontLst>
    <p:embeddedFont>
      <p:font typeface="Anek Malayalam" panose="020B0604020202020204" charset="0"/>
      <p:regular r:id="rId9"/>
      <p:bold r:id="rId10"/>
    </p:embeddedFont>
    <p:embeddedFont>
      <p:font typeface="Anek Malayalam SemiBold" panose="020B0604020202020204" charset="0"/>
      <p:regular r:id="rId11"/>
      <p:bold r:id="rId12"/>
    </p:embeddedFont>
    <p:embeddedFont>
      <p:font typeface="Helvetica Neue" panose="020B060402020202020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eejith Rajan" userId="ec11bca0e4bee75f" providerId="LiveId" clId="{7B4F392D-EAB3-4CE7-903E-F84869825F47}"/>
    <pc:docChg chg="undo custSel addSld delSld modSld sldOrd">
      <pc:chgData name="Sreejith Rajan" userId="ec11bca0e4bee75f" providerId="LiveId" clId="{7B4F392D-EAB3-4CE7-903E-F84869825F47}" dt="2025-11-18T14:35:38.827" v="443" actId="20577"/>
      <pc:docMkLst>
        <pc:docMk/>
      </pc:docMkLst>
      <pc:sldChg chg="modSp mod">
        <pc:chgData name="Sreejith Rajan" userId="ec11bca0e4bee75f" providerId="LiveId" clId="{7B4F392D-EAB3-4CE7-903E-F84869825F47}" dt="2025-11-18T14:35:38.827" v="443" actId="20577"/>
        <pc:sldMkLst>
          <pc:docMk/>
          <pc:sldMk cId="0" sldId="256"/>
        </pc:sldMkLst>
        <pc:spChg chg="mod">
          <ac:chgData name="Sreejith Rajan" userId="ec11bca0e4bee75f" providerId="LiveId" clId="{7B4F392D-EAB3-4CE7-903E-F84869825F47}" dt="2025-11-18T14:35:38.827" v="443" actId="20577"/>
          <ac:spMkLst>
            <pc:docMk/>
            <pc:sldMk cId="0" sldId="256"/>
            <ac:spMk id="3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" name="Google Shape;3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2ff2b50d283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g2ff2b50d283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D5EC8B30-A849-EFE4-9261-82931B58B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C5BB6ECE-BA20-FB17-7E20-A068D2BD38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07F01260-F53E-035C-B424-0C98F470C9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86697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9E1D297C-CC8A-0441-7064-8B0D9E7FA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6134EDAE-6EA9-9295-185F-D234E66F30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0FE5F6AC-9F75-11D2-A954-7AF12375A5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11331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D1067C60-753E-CD1A-DC8D-2BECC86D7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0E4E6115-3A2F-47D0-0428-A589611226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BBCD5A71-0AB6-C60D-7650-9317B52B27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8396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ff2b50d283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ff2b50d283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Heading &amp; Faculty Nam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2784351" y="749150"/>
            <a:ext cx="59385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Font typeface="Anek Malayalam SemiBold"/>
              <a:buNone/>
              <a:defRPr sz="4000">
                <a:latin typeface="Anek Malayalam SemiBold"/>
                <a:ea typeface="Anek Malayalam SemiBold"/>
                <a:cs typeface="Anek Malayalam SemiBold"/>
                <a:sym typeface="Anek Malayalam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2805801" y="2834125"/>
            <a:ext cx="5895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Anek Malayalam"/>
              <a:buNone/>
              <a:defRPr sz="2600" b="1"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>
            <a:off x="2698250" y="1152475"/>
            <a:ext cx="5905500" cy="24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Anek Malayalam"/>
              <a:buNone/>
              <a:defRPr sz="2600" b="1"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2731850" y="2066275"/>
            <a:ext cx="6024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7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nek Malayalam"/>
              <a:buNone/>
              <a:defRPr sz="2800" b="1">
                <a:solidFill>
                  <a:schemeClr val="accent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698250" y="1074550"/>
            <a:ext cx="5905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ek Malayalam"/>
              <a:buChar char="●"/>
              <a:defRPr sz="1800"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○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■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●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○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■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●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○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■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/>
          <p:nvPr/>
        </p:nvSpPr>
        <p:spPr>
          <a:xfrm>
            <a:off x="0" y="0"/>
            <a:ext cx="2286000" cy="513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nek Malayalam"/>
              <a:ea typeface="Anek Malayalam"/>
              <a:cs typeface="Anek Malayalam"/>
              <a:sym typeface="Anek Malayalam"/>
            </a:endParaRPr>
          </a:p>
        </p:txBody>
      </p:sp>
      <p:pic>
        <p:nvPicPr>
          <p:cNvPr id="10" name="Google Shape;10;p1"/>
          <p:cNvPicPr preferRelativeResize="0"/>
          <p:nvPr/>
        </p:nvPicPr>
        <p:blipFill rotWithShape="1">
          <a:blip r:embed="rId8">
            <a:alphaModFix/>
          </a:blip>
          <a:srcRect l="3279" r="3288"/>
          <a:stretch/>
        </p:blipFill>
        <p:spPr>
          <a:xfrm>
            <a:off x="601275" y="338099"/>
            <a:ext cx="1083450" cy="4551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ctrTitle"/>
          </p:nvPr>
        </p:nvSpPr>
        <p:spPr>
          <a:xfrm>
            <a:off x="2784351" y="749150"/>
            <a:ext cx="59385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AVR Architecture 4 – ATMEGA 328 </a:t>
            </a:r>
            <a:endParaRPr dirty="0"/>
          </a:p>
        </p:txBody>
      </p:sp>
      <p:sp>
        <p:nvSpPr>
          <p:cNvPr id="34" name="Google Shape;34;p8"/>
          <p:cNvSpPr txBox="1">
            <a:spLocks noGrp="1"/>
          </p:cNvSpPr>
          <p:nvPr>
            <p:ph type="subTitle" idx="1"/>
          </p:nvPr>
        </p:nvSpPr>
        <p:spPr>
          <a:xfrm>
            <a:off x="2805801" y="2834125"/>
            <a:ext cx="5895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Dr.Sreejith Rajan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Bitwise operations for I/O</a:t>
            </a:r>
            <a:endParaRPr sz="33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7" name="Google Shape;47;p10"/>
          <p:cNvSpPr txBox="1"/>
          <p:nvPr/>
        </p:nvSpPr>
        <p:spPr>
          <a:xfrm>
            <a:off x="2926724" y="1057650"/>
            <a:ext cx="6011213" cy="30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16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OUTPUT </a:t>
            </a:r>
          </a:p>
          <a:p>
            <a:pPr marL="4445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Make the required </a:t>
            </a:r>
            <a:r>
              <a:rPr lang="en-US" sz="2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DDRx</a:t>
            </a: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register value 1</a:t>
            </a:r>
          </a:p>
          <a:p>
            <a:pPr marL="101600" lvl="2">
              <a:lnSpc>
                <a:spcPct val="115000"/>
              </a:lnSpc>
              <a:buClr>
                <a:schemeClr val="dk1"/>
              </a:buClr>
              <a:buSzPts val="2000"/>
            </a:pPr>
            <a:endParaRPr lang="en-US" sz="20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44500" lvl="2" indent="-342900">
              <a:lnSpc>
                <a:spcPct val="115000"/>
              </a:lnSpc>
              <a:buClr>
                <a:schemeClr val="dk1"/>
              </a:buClr>
              <a:buSzPts val="2000"/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2000" dirty="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Command </a:t>
            </a: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 DDRB |= (1 &lt;&lt; DDB5);   </a:t>
            </a:r>
          </a:p>
          <a:p>
            <a:pPr marL="101600" lvl="3">
              <a:lnSpc>
                <a:spcPct val="115000"/>
              </a:lnSpc>
              <a:buClr>
                <a:schemeClr val="dk1"/>
              </a:buClr>
              <a:buSzPts val="2000"/>
            </a:pPr>
            <a:endParaRPr lang="en-US" sz="20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01600" lvl="3">
              <a:lnSpc>
                <a:spcPct val="115000"/>
              </a:lnSpc>
              <a:buClr>
                <a:schemeClr val="dk1"/>
              </a:buClr>
              <a:buSzPts val="2000"/>
            </a:pP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// DDRB5 = 1 ; This means DDRB=DDRB | (1&lt;&lt; DDB5)</a:t>
            </a:r>
          </a:p>
          <a:p>
            <a:pPr marL="444500" lvl="2" indent="-342900">
              <a:lnSpc>
                <a:spcPct val="115000"/>
              </a:lnSpc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Make the required </a:t>
            </a:r>
            <a:r>
              <a:rPr lang="en-US" sz="2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PORTx</a:t>
            </a: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value 1</a:t>
            </a:r>
          </a:p>
          <a:p>
            <a:pPr marL="101600" lvl="4">
              <a:lnSpc>
                <a:spcPct val="115000"/>
              </a:lnSpc>
              <a:buClr>
                <a:schemeClr val="dk1"/>
              </a:buClr>
              <a:buSzPts val="2000"/>
            </a:pP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</a:p>
          <a:p>
            <a:pPr marL="444500" lvl="3" indent="-342900">
              <a:lnSpc>
                <a:spcPct val="115000"/>
              </a:lnSpc>
              <a:buClr>
                <a:schemeClr val="dk1"/>
              </a:buClr>
              <a:buSzPts val="2000"/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2000" dirty="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Command</a:t>
            </a: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: PORTB |= (1&lt;&lt;PORTB5)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2A33BF2E-560D-F8B5-6C7C-6E71572E9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BD71BF94-80E9-B83A-06FD-F8B668F1F2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 algn="ctr">
              <a:lnSpc>
                <a:spcPct val="115000"/>
              </a:lnSpc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Continued</a:t>
            </a:r>
            <a:endParaRPr dirty="0"/>
          </a:p>
        </p:txBody>
      </p:sp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6BEB0E42-D1CA-59A5-9488-2502CA7BE0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698250" y="1152474"/>
            <a:ext cx="5905500" cy="31233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1600" indent="0">
              <a:buSzPts val="2000"/>
              <a:buNone/>
            </a:pPr>
            <a:r>
              <a:rPr lang="en-US" sz="18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Let’s write a Blink code using bitwise operation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F1C902-EA40-2049-5E0F-6877922BA01D}"/>
              </a:ext>
            </a:extLst>
          </p:cNvPr>
          <p:cNvSpPr txBox="1"/>
          <p:nvPr/>
        </p:nvSpPr>
        <p:spPr>
          <a:xfrm>
            <a:off x="4379174" y="18142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EA9A41-0228-6B61-02CB-7BDC9E84AF59}"/>
              </a:ext>
            </a:extLst>
          </p:cNvPr>
          <p:cNvSpPr txBox="1"/>
          <p:nvPr/>
        </p:nvSpPr>
        <p:spPr>
          <a:xfrm>
            <a:off x="4379174" y="226397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768999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F7B5586D-FF49-E80B-E855-8D5D2ED45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D6A271FB-F06E-A094-1264-BE3F39E98C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 algn="ctr">
              <a:lnSpc>
                <a:spcPct val="115000"/>
              </a:lnSpc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 293 D –DC Motor driver</a:t>
            </a:r>
            <a:endParaRPr dirty="0"/>
          </a:p>
        </p:txBody>
      </p:sp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E31F05FC-C44B-CD53-A530-278FD56409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891433" y="1519522"/>
            <a:ext cx="5905500" cy="31233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1600" indent="0">
              <a:buSzPts val="2000"/>
              <a:buNone/>
            </a:pPr>
            <a:endParaRPr lang="en-US" sz="1800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E52FF7-E019-52B4-7985-B04BEABE1816}"/>
              </a:ext>
            </a:extLst>
          </p:cNvPr>
          <p:cNvSpPr txBox="1"/>
          <p:nvPr/>
        </p:nvSpPr>
        <p:spPr>
          <a:xfrm>
            <a:off x="4379174" y="18142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F35488-A20E-1E50-32DE-4BAD09977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1850" y="1519522"/>
            <a:ext cx="4178300" cy="313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398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DFCA42EE-F111-A2ED-9F9C-7E59739CB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7939AAA9-39A8-3E5A-EE5B-4753522B5E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 algn="ctr">
              <a:lnSpc>
                <a:spcPct val="115000"/>
              </a:lnSpc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Rotate a DC motor</a:t>
            </a:r>
            <a:endParaRPr dirty="0"/>
          </a:p>
        </p:txBody>
      </p:sp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018DD38A-A027-3C88-FB84-4BC84ACB7E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698250" y="1152474"/>
            <a:ext cx="5905500" cy="31233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1600" indent="0">
              <a:buSzPts val="2000"/>
              <a:buNone/>
            </a:pPr>
            <a:r>
              <a:rPr lang="en-US" sz="18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Lets </a:t>
            </a:r>
            <a:r>
              <a:rPr lang="en-US" sz="180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code again</a:t>
            </a:r>
            <a:endParaRPr lang="en-US" sz="1800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5B35AE-1D00-AD66-7883-F8EB37095338}"/>
              </a:ext>
            </a:extLst>
          </p:cNvPr>
          <p:cNvSpPr txBox="1"/>
          <p:nvPr/>
        </p:nvSpPr>
        <p:spPr>
          <a:xfrm>
            <a:off x="4379174" y="18142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640868-6F4D-2F41-4D4C-29518C43C64E}"/>
              </a:ext>
            </a:extLst>
          </p:cNvPr>
          <p:cNvSpPr txBox="1"/>
          <p:nvPr/>
        </p:nvSpPr>
        <p:spPr>
          <a:xfrm>
            <a:off x="4379174" y="226397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22807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/>
        </p:nvSpPr>
        <p:spPr>
          <a:xfrm>
            <a:off x="2510200" y="1939350"/>
            <a:ext cx="6354600" cy="6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solidFill>
                  <a:srgbClr val="FFE2B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</a:t>
            </a:r>
            <a:r>
              <a:rPr lang="en" sz="3200" b="1" dirty="0">
                <a:solidFill>
                  <a:srgbClr val="B0DA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3200" b="1" dirty="0">
              <a:solidFill>
                <a:srgbClr val="B0DA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F0F0F0"/>
      </a:dk1>
      <a:lt1>
        <a:srgbClr val="121212"/>
      </a:lt1>
      <a:dk2>
        <a:srgbClr val="808080"/>
      </a:dk2>
      <a:lt2>
        <a:srgbClr val="4A4A4A"/>
      </a:lt2>
      <a:accent1>
        <a:srgbClr val="B0DAFF"/>
      </a:accent1>
      <a:accent2>
        <a:srgbClr val="33997D"/>
      </a:accent2>
      <a:accent3>
        <a:srgbClr val="F87B7C"/>
      </a:accent3>
      <a:accent4>
        <a:srgbClr val="9965AD"/>
      </a:accent4>
      <a:accent5>
        <a:srgbClr val="FFF2BC"/>
      </a:accent5>
      <a:accent6>
        <a:srgbClr val="FFE2B0"/>
      </a:accent6>
      <a:hlink>
        <a:srgbClr val="B0DA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961</TotalTime>
  <Words>97</Words>
  <Application>Microsoft Office PowerPoint</Application>
  <PresentationFormat>On-screen Show (16:9)</PresentationFormat>
  <Paragraphs>23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Helvetica Neue</vt:lpstr>
      <vt:lpstr>Wingdings</vt:lpstr>
      <vt:lpstr>Arial</vt:lpstr>
      <vt:lpstr>Anek Malayalam</vt:lpstr>
      <vt:lpstr>Anek Malayalam SemiBold</vt:lpstr>
      <vt:lpstr>Simple Light</vt:lpstr>
      <vt:lpstr>AVR Architecture 4 – ATMEGA 328 </vt:lpstr>
      <vt:lpstr>Bitwise operations for I/O </vt:lpstr>
      <vt:lpstr>Continued</vt:lpstr>
      <vt:lpstr>L 293 D –DC Motor driver</vt:lpstr>
      <vt:lpstr>Rotate a DC motor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Sreejith Rajan</dc:creator>
  <cp:lastModifiedBy>Sreejith Rajan</cp:lastModifiedBy>
  <cp:revision>29</cp:revision>
  <dcterms:modified xsi:type="dcterms:W3CDTF">2025-11-18T14:35:41Z</dcterms:modified>
</cp:coreProperties>
</file>